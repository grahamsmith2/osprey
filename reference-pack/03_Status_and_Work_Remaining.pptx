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4"/>
    <p:sldMasterId id="2147483703" r:id="rId5"/>
    <p:sldMasterId id="2147483704" r:id="rId6"/>
  </p:sldMasterIdLst>
  <p:notesMasterIdLst>
    <p:notesMasterId r:id="rId7"/>
  </p:notesMasterIdLst>
  <p:sldIdLst>
    <p:sldId id="256" r:id="rId34"/>
    <p:sldId id="257" r:id="rId33"/>
    <p:sldId id="258" r:id="rId32"/>
    <p:sldId id="259" r:id="rId31"/>
    <p:sldId id="260" r:id="rId30"/>
    <p:sldId id="261" r:id="rId29"/>
    <p:sldId id="262" r:id="rId28"/>
    <p:sldId id="263" r:id="rId27"/>
    <p:sldId id="264" r:id="rId26"/>
    <p:sldId id="265" r:id="rId25"/>
    <p:sldId id="266" r:id="rId24"/>
    <p:sldId id="267" r:id="rId23"/>
    <p:sldId id="268" r:id="rId22"/>
    <p:sldId id="269" r:id="rId21"/>
  </p:sldIdLst>
  <p:sldSz cy="5143500" cx="9144000"/>
  <p:notesSz cx="6858000" cy="9144000"/>
  <p:embeddedFontLst>
    <p:embeddedFont>
      <p:font typeface="Libre Franklin SemiBold"/>
      <p:regular r:id="rId35"/>
      <p:bold r:id="rId36"/>
      <p:italic r:id="rId37"/>
      <p:boldItalic r:id="rId38"/>
    </p:embeddedFont>
    <p:embeddedFont>
      <p:font typeface="Libre Franklin Light"/>
      <p:regular r:id="rId39"/>
      <p:bold r:id="rId40"/>
      <p:italic r:id="rId41"/>
      <p:boldItalic r:id="rId42"/>
    </p:embeddedFont>
    <p:embeddedFont>
      <p:font typeface="Anton"/>
      <p:regular r:id="rId43"/>
    </p:embeddedFont>
    <p:embeddedFont>
      <p:font typeface="Libre Franklin"/>
      <p:regular r:id="rId44"/>
      <p:bold r:id="rId45"/>
      <p:italic r:id="rId46"/>
      <p:boldItalic r:id="rId47"/>
    </p:embeddedFont>
    <p:embeddedFont>
      <p:font typeface="Roboto Medium"/>
      <p:regular r:id="rId48"/>
      <p:bold r:id="rId49"/>
      <p:italic r:id="rId50"/>
      <p:boldItalic r:id="rId51"/>
    </p:embeddedFont>
    <p:embeddedFont>
      <p:font typeface="Roboto"/>
      <p:regular r:id="rId52"/>
      <p:bold r:id="rId53"/>
      <p:italic r:id="rId54"/>
      <p:boldItalic r:id="rId55"/>
    </p:embeddedFont>
    <p:embeddedFont>
      <p:font typeface="Tahoma"/>
      <p:regular r:id="rId56"/>
      <p:bold r:id="rId57"/>
    </p:embeddedFont>
    <p:embeddedFont>
      <p:font typeface="Libre Franklin Medium"/>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21" Type="http://schemas.openxmlformats.org/officeDocument/2006/relationships/slide" Target="slides/slide14.xml"/><Relationship Id="rId22" Type="http://schemas.openxmlformats.org/officeDocument/2006/relationships/slide" Target="slides/slide13.xml"/><Relationship Id="rId23" Type="http://schemas.openxmlformats.org/officeDocument/2006/relationships/slide" Target="slides/slide12.xml"/><Relationship Id="rId24" Type="http://schemas.openxmlformats.org/officeDocument/2006/relationships/slide" Target="slides/slide11.xml"/><Relationship Id="rId25" Type="http://schemas.openxmlformats.org/officeDocument/2006/relationships/slide" Target="slides/slide10.xml"/><Relationship Id="rId26" Type="http://schemas.openxmlformats.org/officeDocument/2006/relationships/slide" Target="slides/slide9.xml"/><Relationship Id="rId27" Type="http://schemas.openxmlformats.org/officeDocument/2006/relationships/slide" Target="slides/slide8.xml"/><Relationship Id="rId28" Type="http://schemas.openxmlformats.org/officeDocument/2006/relationships/slide" Target="slides/slide7.xml"/><Relationship Id="rId29" Type="http://schemas.openxmlformats.org/officeDocument/2006/relationships/slide" Target="slides/slide6.xml"/><Relationship Id="rId30" Type="http://schemas.openxmlformats.org/officeDocument/2006/relationships/slide" Target="slides/slide5.xml"/><Relationship Id="rId31" Type="http://schemas.openxmlformats.org/officeDocument/2006/relationships/slide" Target="slides/slide4.xml"/><Relationship Id="rId32" Type="http://schemas.openxmlformats.org/officeDocument/2006/relationships/slide" Target="slides/slide3.xml"/><Relationship Id="rId33" Type="http://schemas.openxmlformats.org/officeDocument/2006/relationships/slide" Target="slides/slide2.xml"/><Relationship Id="rId34" Type="http://schemas.openxmlformats.org/officeDocument/2006/relationships/slide" Target="slides/slide1.xml"/><Relationship Id="rId35" Type="http://schemas.openxmlformats.org/officeDocument/2006/relationships/font" Target="fonts/LibreFranklinSemiBold-regular.fntdata"/><Relationship Id="rId36" Type="http://schemas.openxmlformats.org/officeDocument/2006/relationships/font" Target="fonts/LibreFranklinSemiBold-bold.fntdata"/><Relationship Id="rId37" Type="http://schemas.openxmlformats.org/officeDocument/2006/relationships/font" Target="fonts/LibreFranklinSemiBold-italic.fntdata"/><Relationship Id="rId38" Type="http://schemas.openxmlformats.org/officeDocument/2006/relationships/font" Target="fonts/LibreFranklinSemiBold-boldItalic.fntdata"/><Relationship Id="rId39" Type="http://schemas.openxmlformats.org/officeDocument/2006/relationships/font" Target="fonts/LibreFranklinLight-regular.fntdata"/><Relationship Id="rId40" Type="http://schemas.openxmlformats.org/officeDocument/2006/relationships/font" Target="fonts/LibreFranklinLight-bold.fntdata"/><Relationship Id="rId41" Type="http://schemas.openxmlformats.org/officeDocument/2006/relationships/font" Target="fonts/LibreFranklinLight-italic.fntdata"/><Relationship Id="rId42" Type="http://schemas.openxmlformats.org/officeDocument/2006/relationships/font" Target="fonts/LibreFranklinLight-boldItalic.fntdata"/><Relationship Id="rId43" Type="http://schemas.openxmlformats.org/officeDocument/2006/relationships/font" Target="fonts/Anton-regular.fntdata"/><Relationship Id="rId44" Type="http://schemas.openxmlformats.org/officeDocument/2006/relationships/font" Target="fonts/LibreFranklin-regular.fntdata"/><Relationship Id="rId45" Type="http://schemas.openxmlformats.org/officeDocument/2006/relationships/font" Target="fonts/LibreFranklin-bold.fntdata"/><Relationship Id="rId46" Type="http://schemas.openxmlformats.org/officeDocument/2006/relationships/font" Target="fonts/LibreFranklin-italic.fntdata"/><Relationship Id="rId47" Type="http://schemas.openxmlformats.org/officeDocument/2006/relationships/font" Target="fonts/LibreFranklin-boldItalic.fntdata"/><Relationship Id="rId48" Type="http://schemas.openxmlformats.org/officeDocument/2006/relationships/font" Target="fonts/RobotoMedium-regular.fntdata"/><Relationship Id="rId49" Type="http://schemas.openxmlformats.org/officeDocument/2006/relationships/font" Target="fonts/RobotoMedium-bold.fntdata"/><Relationship Id="rId50" Type="http://schemas.openxmlformats.org/officeDocument/2006/relationships/font" Target="fonts/RobotoMedium-italic.fntdata"/><Relationship Id="rId51" Type="http://schemas.openxmlformats.org/officeDocument/2006/relationships/font" Target="fonts/RobotoMedium-boldItalic.fntdata"/><Relationship Id="rId52" Type="http://schemas.openxmlformats.org/officeDocument/2006/relationships/font" Target="fonts/Roboto-regular.fntdata"/><Relationship Id="rId53" Type="http://schemas.openxmlformats.org/officeDocument/2006/relationships/font" Target="fonts/Roboto-bold.fntdata"/><Relationship Id="rId54" Type="http://schemas.openxmlformats.org/officeDocument/2006/relationships/font" Target="fonts/Roboto-italic.fntdata"/><Relationship Id="rId55" Type="http://schemas.openxmlformats.org/officeDocument/2006/relationships/font" Target="fonts/Roboto-boldItalic.fntdata"/><Relationship Id="rId56" Type="http://schemas.openxmlformats.org/officeDocument/2006/relationships/font" Target="fonts/Tahoma-regular.fntdata"/><Relationship Id="rId57" Type="http://schemas.openxmlformats.org/officeDocument/2006/relationships/font" Target="fonts/Tahoma-bold.fntdata"/><Relationship Id="rId58" Type="http://schemas.openxmlformats.org/officeDocument/2006/relationships/font" Target="fonts/LibreFranklinMedium-regular.fntdata"/><Relationship Id="rId59" Type="http://schemas.openxmlformats.org/officeDocument/2006/relationships/font" Target="fonts/LibreFranklinMedium-bold.fntdata"/><Relationship Id="rId60" Type="http://schemas.openxmlformats.org/officeDocument/2006/relationships/font" Target="fonts/LibreFranklinMedium-italic.fntdata"/><Relationship Id="rId61" Type="http://schemas.openxmlformats.org/officeDocument/2006/relationships/font" Target="fonts/LibreFranklin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Osprey is the Autonomy-division boat. Built and raced by Aidan Astudillo and Sean Lee for their 2026 senior thesis; they have now graduated. This deck covers where the boat actually is and what is left to do.</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Design speed was 80 mph; the boat has logged 30. That gap is the story of the next few slides. The hull is resin-infused carbon over 3D-printed molds, laid up in-house at Forrestal.</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Scoring is the thing to internalise: finishing is worth twice winning. And the lap arithmetic does not close — marks a quarter mile apart put half a mile of straight into a lap before any turning, so a lap is nearer 0.55 mile than 0.5. Confirm with ASNE before it goes in a white paper.</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honest status board. The hull is genuinely done. Three systems are not. And the autonomous system is a question mark rather than a blank sheet — it is on the boat, it is wired in, and nobody currently knows what it is.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All three were diagnosed by the previous team, which is the useful part — we are not starting from a mystery. Note the driveline symptom: one prop lost RPM, so the boat pulled to one side and it presented as a steering fault. Worth remembering when we write fault detection.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 straight about the caveat. The boat runs at Froude number 2.9 to 7.8; every standard manoeuvring regression is fitted below 0.3. So the hull derivatives are placeholders swept plus or minus five times, and the simulation is built so its conclusions survive that. It cannot tell you what your gains should be.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Four results that change what we should actually do. The rudder one is the counter-intuitive one: making the blade bigger the obvious way buys almost nothing, because growing the chord collapses the aspect ratio.</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single biggest unknown going into the next cycle. It decides whether the autonomy work is 'integrate and tune' or 'build from scratch'. The thesis budgets five pounds for it and then says it is out of scope — so it was documented somewhere else, or not at all.</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Driveline first. Nothing else matters if the shaft comes out again. Note that the clamping nut never loosened — the shaft slipped through it — so the fix is positive retention, not more torque.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headline is that we do not need a bigger ESC — it is already rated for the full design point. Fix cooling before chasing current, whichever ESC you buy: 180 A continuous is a rating that assumes the cooling works, and it does not.</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Level 1 SITL is about a day and needs no hardware; the Lua autopilot runs on it directly. Most of the flight-code work lives there, including the Rule 21 kill. It is the best first task for anyone joining the software side.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If the next cycle achieves only three things, these are the three. The first two ended the last campaign. The third is a gate on being allowed to compete at all.</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slide for anyone wondering what a new member could actually do. Several of these are an hour with a ruler or a load cell and they collapse more uncertainty than any amount of further simulation. Items one and two are twenty minutes with callipers and they decide whether the existing servo is adequate.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Point people at the repo. Run the tests first — if anything fails, stop and fix that before trusting a number. Then read the summary and the assumptions register, then pick up a Tier 1 measurement or stand up SITL.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able of Contents">
    <p:spTree>
      <p:nvGrpSpPr>
        <p:cNvPr id="56" name="Shape 56"/>
        <p:cNvGrpSpPr/>
        <p:nvPr/>
      </p:nvGrpSpPr>
      <p:grpSpPr>
        <a:xfrm>
          <a:off x="0" y="0"/>
          <a:ext cx="0" cy="0"/>
          <a:chOff x="0" y="0"/>
          <a:chExt cx="0" cy="0"/>
        </a:xfrm>
      </p:grpSpPr>
      <p:sp>
        <p:nvSpPr>
          <p:cNvPr id="57" name="Google Shape;57;p14"/>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8" name="Google Shape;58;p14"/>
          <p:cNvSpPr txBox="1"/>
          <p:nvPr>
            <p:ph idx="1" type="body"/>
          </p:nvPr>
        </p:nvSpPr>
        <p:spPr>
          <a:xfrm>
            <a:off x="264461" y="987186"/>
            <a:ext cx="8634300" cy="3894300"/>
          </a:xfrm>
          <a:prstGeom prst="rect">
            <a:avLst/>
          </a:prstGeom>
          <a:noFill/>
          <a:ln>
            <a:noFill/>
          </a:ln>
        </p:spPr>
        <p:txBody>
          <a:bodyPr anchorCtr="0" anchor="t" bIns="0" lIns="0" spcFirstLastPara="1" rIns="0" wrap="square" tIns="0">
            <a:noAutofit/>
          </a:bodyPr>
          <a:lstStyle>
            <a:lvl1pPr indent="-228600" lvl="0" marL="457200" algn="l">
              <a:lnSpc>
                <a:spcPct val="77000"/>
              </a:lnSpc>
              <a:spcBef>
                <a:spcPts val="800"/>
              </a:spcBef>
              <a:spcAft>
                <a:spcPts val="0"/>
              </a:spcAft>
              <a:buClr>
                <a:schemeClr val="dk1"/>
              </a:buClr>
              <a:buSzPts val="3800"/>
              <a:buFont typeface="Libre Franklin SemiBold"/>
              <a:buNone/>
              <a:defRPr sz="3800">
                <a:solidFill>
                  <a:schemeClr val="dk1"/>
                </a:solidFill>
                <a:latin typeface="Libre Franklin SemiBold"/>
                <a:ea typeface="Libre Franklin SemiBold"/>
                <a:cs typeface="Libre Franklin SemiBold"/>
                <a:sym typeface="Libre Franklin SemiBold"/>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59" name="Google Shape;59;p14"/>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60" name="Google Shape;60;p14"/>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pic>
        <p:nvPicPr>
          <p:cNvPr id="61" name="Google Shape;61;p14"/>
          <p:cNvPicPr preferRelativeResize="0"/>
          <p:nvPr/>
        </p:nvPicPr>
        <p:blipFill rotWithShape="1">
          <a:blip r:embed="rId2">
            <a:alphaModFix/>
          </a:blip>
          <a:srcRect b="0" l="0" r="0" t="0"/>
          <a:stretch/>
        </p:blipFill>
        <p:spPr>
          <a:xfrm>
            <a:off x="257770" y="4557545"/>
            <a:ext cx="257175" cy="32861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1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0" name="Google Shape;70;p1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1" name="Google Shape;71;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4" name="Shape 74"/>
        <p:cNvGrpSpPr/>
        <p:nvPr/>
      </p:nvGrpSpPr>
      <p:grpSpPr>
        <a:xfrm>
          <a:off x="0" y="0"/>
          <a:ext cx="0" cy="0"/>
          <a:chOff x="0" y="0"/>
          <a:chExt cx="0" cy="0"/>
        </a:xfrm>
      </p:grpSpPr>
      <p:sp>
        <p:nvSpPr>
          <p:cNvPr id="75" name="Google Shape;75;p17"/>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rtl="0" algn="ctr">
              <a:lnSpc>
                <a:spcPct val="90000"/>
              </a:lnSpc>
              <a:spcBef>
                <a:spcPts val="0"/>
              </a:spcBef>
              <a:spcAft>
                <a:spcPts val="0"/>
              </a:spcAft>
              <a:buClr>
                <a:schemeClr val="dk1"/>
              </a:buClr>
              <a:buSzPts val="4500"/>
              <a:buFont typeface="Calibri"/>
              <a:buNone/>
              <a:defRPr sz="45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6" name="Google Shape;76;p17"/>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77" name="Google Shape;77;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8" name="Google Shape;78;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9" name="Google Shape;79;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18"/>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4500"/>
              <a:buFont typeface="Calibri"/>
              <a:buNone/>
              <a:defRPr sz="45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82" name="Google Shape;82;p18"/>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83" name="Google Shape;83;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84" name="Google Shape;84;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85" name="Google Shape;85;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88" name="Google Shape;88;p19"/>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89" name="Google Shape;89;p19"/>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90" name="Google Shape;90;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91" name="Google Shape;91;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92" name="Google Shape;92;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20"/>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95" name="Google Shape;95;p20"/>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96" name="Google Shape;96;p20"/>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97" name="Google Shape;97;p20"/>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98" name="Google Shape;98;p20"/>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99" name="Google Shape;99;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0" name="Google Shape;100;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1" name="Google Shape;101;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2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4" name="Google Shape;104;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5" name="Google Shape;105;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6" name="Google Shape;106;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9" name="Google Shape;109;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10" name="Google Shape;110;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23"/>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2400"/>
              <a:buFont typeface="Calibri"/>
              <a:buNone/>
              <a:defRPr sz="24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13" name="Google Shape;113;p23"/>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rtl="0" algn="l">
              <a:lnSpc>
                <a:spcPct val="90000"/>
              </a:lnSpc>
              <a:spcBef>
                <a:spcPts val="800"/>
              </a:spcBef>
              <a:spcAft>
                <a:spcPts val="0"/>
              </a:spcAft>
              <a:buClr>
                <a:schemeClr val="dk1"/>
              </a:buClr>
              <a:buSzPts val="2400"/>
              <a:buChar char="•"/>
              <a:defRPr sz="2400"/>
            </a:lvl1pPr>
            <a:lvl2pPr indent="-361950" lvl="1" marL="914400" rtl="0" algn="l">
              <a:lnSpc>
                <a:spcPct val="90000"/>
              </a:lnSpc>
              <a:spcBef>
                <a:spcPts val="400"/>
              </a:spcBef>
              <a:spcAft>
                <a:spcPts val="0"/>
              </a:spcAft>
              <a:buClr>
                <a:schemeClr val="dk1"/>
              </a:buClr>
              <a:buSzPts val="2100"/>
              <a:buChar char="•"/>
              <a:defRPr sz="2100"/>
            </a:lvl2pPr>
            <a:lvl3pPr indent="-342900" lvl="2" marL="1371600" rtl="0" algn="l">
              <a:lnSpc>
                <a:spcPct val="90000"/>
              </a:lnSpc>
              <a:spcBef>
                <a:spcPts val="400"/>
              </a:spcBef>
              <a:spcAft>
                <a:spcPts val="0"/>
              </a:spcAft>
              <a:buClr>
                <a:schemeClr val="dk1"/>
              </a:buClr>
              <a:buSzPts val="1800"/>
              <a:buChar char="•"/>
              <a:defRPr sz="1800"/>
            </a:lvl3pPr>
            <a:lvl4pPr indent="-323850" lvl="3" marL="1828800" rtl="0" algn="l">
              <a:lnSpc>
                <a:spcPct val="90000"/>
              </a:lnSpc>
              <a:spcBef>
                <a:spcPts val="400"/>
              </a:spcBef>
              <a:spcAft>
                <a:spcPts val="0"/>
              </a:spcAft>
              <a:buClr>
                <a:schemeClr val="dk1"/>
              </a:buClr>
              <a:buSzPts val="1500"/>
              <a:buChar char="•"/>
              <a:defRPr sz="1500"/>
            </a:lvl4pPr>
            <a:lvl5pPr indent="-323850" lvl="4" marL="2286000" rtl="0" algn="l">
              <a:lnSpc>
                <a:spcPct val="90000"/>
              </a:lnSpc>
              <a:spcBef>
                <a:spcPts val="400"/>
              </a:spcBef>
              <a:spcAft>
                <a:spcPts val="0"/>
              </a:spcAft>
              <a:buClr>
                <a:schemeClr val="dk1"/>
              </a:buClr>
              <a:buSzPts val="1500"/>
              <a:buChar char="•"/>
              <a:defRPr sz="1500"/>
            </a:lvl5pPr>
            <a:lvl6pPr indent="-323850" lvl="5" marL="2743200" rtl="0" algn="l">
              <a:lnSpc>
                <a:spcPct val="90000"/>
              </a:lnSpc>
              <a:spcBef>
                <a:spcPts val="400"/>
              </a:spcBef>
              <a:spcAft>
                <a:spcPts val="0"/>
              </a:spcAft>
              <a:buClr>
                <a:schemeClr val="dk1"/>
              </a:buClr>
              <a:buSzPts val="1500"/>
              <a:buChar char="•"/>
              <a:defRPr sz="1500"/>
            </a:lvl6pPr>
            <a:lvl7pPr indent="-323850" lvl="6" marL="3200400" rtl="0" algn="l">
              <a:lnSpc>
                <a:spcPct val="90000"/>
              </a:lnSpc>
              <a:spcBef>
                <a:spcPts val="400"/>
              </a:spcBef>
              <a:spcAft>
                <a:spcPts val="0"/>
              </a:spcAft>
              <a:buClr>
                <a:schemeClr val="dk1"/>
              </a:buClr>
              <a:buSzPts val="1500"/>
              <a:buChar char="•"/>
              <a:defRPr sz="1500"/>
            </a:lvl7pPr>
            <a:lvl8pPr indent="-323850" lvl="7" marL="3657600" rtl="0" algn="l">
              <a:lnSpc>
                <a:spcPct val="90000"/>
              </a:lnSpc>
              <a:spcBef>
                <a:spcPts val="400"/>
              </a:spcBef>
              <a:spcAft>
                <a:spcPts val="0"/>
              </a:spcAft>
              <a:buClr>
                <a:schemeClr val="dk1"/>
              </a:buClr>
              <a:buSzPts val="1500"/>
              <a:buChar char="•"/>
              <a:defRPr sz="1500"/>
            </a:lvl8pPr>
            <a:lvl9pPr indent="-323850" lvl="8" marL="4114800" rtl="0" algn="l">
              <a:lnSpc>
                <a:spcPct val="90000"/>
              </a:lnSpc>
              <a:spcBef>
                <a:spcPts val="400"/>
              </a:spcBef>
              <a:spcAft>
                <a:spcPts val="0"/>
              </a:spcAft>
              <a:buClr>
                <a:schemeClr val="dk1"/>
              </a:buClr>
              <a:buSzPts val="1500"/>
              <a:buChar char="•"/>
              <a:defRPr sz="1500"/>
            </a:lvl9pPr>
          </a:lstStyle>
          <a:p/>
        </p:txBody>
      </p:sp>
      <p:sp>
        <p:nvSpPr>
          <p:cNvPr id="114" name="Google Shape;114;p23"/>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115" name="Google Shape;115;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16" name="Google Shape;116;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17" name="Google Shape;117;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8" name="Shape 118"/>
        <p:cNvGrpSpPr/>
        <p:nvPr/>
      </p:nvGrpSpPr>
      <p:grpSpPr>
        <a:xfrm>
          <a:off x="0" y="0"/>
          <a:ext cx="0" cy="0"/>
          <a:chOff x="0" y="0"/>
          <a:chExt cx="0" cy="0"/>
        </a:xfrm>
      </p:grpSpPr>
      <p:sp>
        <p:nvSpPr>
          <p:cNvPr id="119" name="Google Shape;119;p24"/>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2400"/>
              <a:buFont typeface="Calibri"/>
              <a:buNone/>
              <a:defRPr sz="24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20" name="Google Shape;120;p24"/>
          <p:cNvSpPr/>
          <p:nvPr>
            <p:ph idx="2" type="pic"/>
          </p:nvPr>
        </p:nvSpPr>
        <p:spPr>
          <a:xfrm>
            <a:off x="3887391" y="740569"/>
            <a:ext cx="4629300" cy="3655200"/>
          </a:xfrm>
          <a:prstGeom prst="rect">
            <a:avLst/>
          </a:prstGeom>
          <a:noFill/>
          <a:ln>
            <a:noFill/>
          </a:ln>
        </p:spPr>
      </p:sp>
      <p:sp>
        <p:nvSpPr>
          <p:cNvPr id="121" name="Google Shape;121;p24"/>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122" name="Google Shape;122;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5" name="Shape 125"/>
        <p:cNvGrpSpPr/>
        <p:nvPr/>
      </p:nvGrpSpPr>
      <p:grpSpPr>
        <a:xfrm>
          <a:off x="0" y="0"/>
          <a:ext cx="0" cy="0"/>
          <a:chOff x="0" y="0"/>
          <a:chExt cx="0" cy="0"/>
        </a:xfrm>
      </p:grpSpPr>
      <p:sp>
        <p:nvSpPr>
          <p:cNvPr id="126" name="Google Shape;126;p2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27" name="Google Shape;127;p25"/>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28" name="Google Shape;128;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29" name="Google Shape;129;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30" name="Google Shape;130;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26"/>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33" name="Google Shape;133;p26"/>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34" name="Google Shape;134;p2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35" name="Google Shape;135;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36" name="Google Shape;136;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3" name="Shape 143"/>
        <p:cNvGrpSpPr/>
        <p:nvPr/>
      </p:nvGrpSpPr>
      <p:grpSpPr>
        <a:xfrm>
          <a:off x="0" y="0"/>
          <a:ext cx="0" cy="0"/>
          <a:chOff x="0" y="0"/>
          <a:chExt cx="0" cy="0"/>
        </a:xfrm>
      </p:grpSpPr>
      <p:pic>
        <p:nvPicPr>
          <p:cNvPr id="144" name="Google Shape;144;p28"/>
          <p:cNvPicPr preferRelativeResize="0"/>
          <p:nvPr/>
        </p:nvPicPr>
        <p:blipFill rotWithShape="1">
          <a:blip r:embed="rId2">
            <a:alphaModFix/>
          </a:blip>
          <a:srcRect b="0" l="0" r="0" t="0"/>
          <a:stretch/>
        </p:blipFill>
        <p:spPr>
          <a:xfrm>
            <a:off x="7399403" y="42005"/>
            <a:ext cx="1750218" cy="5107781"/>
          </a:xfrm>
          <a:prstGeom prst="rect">
            <a:avLst/>
          </a:prstGeom>
          <a:noFill/>
          <a:ln>
            <a:noFill/>
          </a:ln>
        </p:spPr>
      </p:pic>
      <p:sp>
        <p:nvSpPr>
          <p:cNvPr id="145" name="Google Shape;145;p28"/>
          <p:cNvSpPr/>
          <p:nvPr/>
        </p:nvSpPr>
        <p:spPr>
          <a:xfrm>
            <a:off x="-6858" y="-6858"/>
            <a:ext cx="7413900" cy="5157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ibre Franklin"/>
              <a:ea typeface="Libre Franklin"/>
              <a:cs typeface="Libre Franklin"/>
              <a:sym typeface="Libre Franklin"/>
            </a:endParaRPr>
          </a:p>
        </p:txBody>
      </p:sp>
      <p:sp>
        <p:nvSpPr>
          <p:cNvPr id="146" name="Google Shape;146;p28"/>
          <p:cNvSpPr txBox="1"/>
          <p:nvPr>
            <p:ph type="ctrTitle"/>
          </p:nvPr>
        </p:nvSpPr>
        <p:spPr>
          <a:xfrm>
            <a:off x="257769" y="360798"/>
            <a:ext cx="6918000" cy="15204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4700"/>
              <a:buFont typeface="Libre Franklin SemiBold"/>
              <a:buNone/>
              <a:defRPr sz="47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7" name="Google Shape;147;p28"/>
          <p:cNvSpPr txBox="1"/>
          <p:nvPr>
            <p:ph idx="1" type="subTitle"/>
          </p:nvPr>
        </p:nvSpPr>
        <p:spPr>
          <a:xfrm>
            <a:off x="268486" y="1881048"/>
            <a:ext cx="6907200" cy="285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100"/>
              <a:buFont typeface="Libre Franklin"/>
              <a:buNone/>
              <a:defRPr sz="1100">
                <a:solidFill>
                  <a:schemeClr val="dk1"/>
                </a:solidFill>
              </a:defRPr>
            </a:lvl1pPr>
            <a:lvl2pPr lvl="1" algn="ctr">
              <a:lnSpc>
                <a:spcPct val="100000"/>
              </a:lnSpc>
              <a:spcBef>
                <a:spcPts val="0"/>
              </a:spcBef>
              <a:spcAft>
                <a:spcPts val="0"/>
              </a:spcAft>
              <a:buSzPts val="1200"/>
              <a:buNone/>
              <a:defRPr sz="1500"/>
            </a:lvl2pPr>
            <a:lvl3pPr lvl="2" algn="ctr">
              <a:lnSpc>
                <a:spcPct val="100000"/>
              </a:lnSpc>
              <a:spcBef>
                <a:spcPts val="0"/>
              </a:spcBef>
              <a:spcAft>
                <a:spcPts val="0"/>
              </a:spcAft>
              <a:buSzPts val="1100"/>
              <a:buNone/>
              <a:defRPr sz="1400"/>
            </a:lvl3pPr>
            <a:lvl4pPr lvl="3" algn="ctr">
              <a:lnSpc>
                <a:spcPct val="100000"/>
              </a:lnSpc>
              <a:spcBef>
                <a:spcPts val="0"/>
              </a:spcBef>
              <a:spcAft>
                <a:spcPts val="0"/>
              </a:spcAft>
              <a:buSzPts val="1000"/>
              <a:buNone/>
              <a:defRPr sz="1200"/>
            </a:lvl4pPr>
            <a:lvl5pPr lvl="4" algn="ctr">
              <a:lnSpc>
                <a:spcPct val="100000"/>
              </a:lnSpc>
              <a:spcBef>
                <a:spcPts val="0"/>
              </a:spcBef>
              <a:spcAft>
                <a:spcPts val="0"/>
              </a:spcAft>
              <a:buSzPts val="1000"/>
              <a:buNone/>
              <a:defRPr sz="1200"/>
            </a:lvl5pPr>
            <a:lvl6pPr lvl="5" algn="ctr">
              <a:lnSpc>
                <a:spcPct val="100000"/>
              </a:lnSpc>
              <a:spcBef>
                <a:spcPts val="0"/>
              </a:spcBef>
              <a:spcAft>
                <a:spcPts val="0"/>
              </a:spcAft>
              <a:buSzPts val="1000"/>
              <a:buNone/>
              <a:defRPr sz="1200"/>
            </a:lvl6pPr>
            <a:lvl7pPr lvl="6" algn="ctr">
              <a:lnSpc>
                <a:spcPct val="100000"/>
              </a:lnSpc>
              <a:spcBef>
                <a:spcPts val="0"/>
              </a:spcBef>
              <a:spcAft>
                <a:spcPts val="0"/>
              </a:spcAft>
              <a:buSzPts val="1000"/>
              <a:buNone/>
              <a:defRPr sz="1200"/>
            </a:lvl7pPr>
            <a:lvl8pPr lvl="7" algn="ctr">
              <a:lnSpc>
                <a:spcPct val="100000"/>
              </a:lnSpc>
              <a:spcBef>
                <a:spcPts val="0"/>
              </a:spcBef>
              <a:spcAft>
                <a:spcPts val="0"/>
              </a:spcAft>
              <a:buSzPts val="1000"/>
              <a:buNone/>
              <a:defRPr sz="1200"/>
            </a:lvl8pPr>
            <a:lvl9pPr lvl="8" algn="ctr">
              <a:lnSpc>
                <a:spcPct val="100000"/>
              </a:lnSpc>
              <a:spcBef>
                <a:spcPts val="0"/>
              </a:spcBef>
              <a:spcAft>
                <a:spcPts val="0"/>
              </a:spcAft>
              <a:buSzPts val="1000"/>
              <a:buNone/>
              <a:defRPr sz="1200"/>
            </a:lvl9pPr>
          </a:lstStyle>
          <a:p/>
        </p:txBody>
      </p:sp>
      <p:sp>
        <p:nvSpPr>
          <p:cNvPr id="148" name="Google Shape;148;p28"/>
          <p:cNvSpPr txBox="1"/>
          <p:nvPr>
            <p:ph idx="10" type="dt"/>
          </p:nvPr>
        </p:nvSpPr>
        <p:spPr>
          <a:xfrm>
            <a:off x="268486" y="2166671"/>
            <a:ext cx="2696700" cy="288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100">
                <a:latin typeface="Libre Franklin"/>
                <a:ea typeface="Libre Franklin"/>
                <a:cs typeface="Libre Franklin"/>
                <a:sym typeface="Libre Franklin"/>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9" name="Google Shape;149;p28"/>
          <p:cNvSpPr txBox="1"/>
          <p:nvPr>
            <p:ph idx="11" type="ftr"/>
          </p:nvPr>
        </p:nvSpPr>
        <p:spPr>
          <a:xfrm>
            <a:off x="-13716" y="-13716"/>
            <a:ext cx="6900" cy="6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0" name="Google Shape;150;p28"/>
          <p:cNvSpPr txBox="1"/>
          <p:nvPr>
            <p:ph idx="12" type="sldNum"/>
          </p:nvPr>
        </p:nvSpPr>
        <p:spPr>
          <a:xfrm>
            <a:off x="9155430" y="5157216"/>
            <a:ext cx="6900" cy="6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pic>
        <p:nvPicPr>
          <p:cNvPr id="151" name="Google Shape;151;p28"/>
          <p:cNvPicPr preferRelativeResize="0"/>
          <p:nvPr/>
        </p:nvPicPr>
        <p:blipFill rotWithShape="1">
          <a:blip r:embed="rId3">
            <a:alphaModFix/>
          </a:blip>
          <a:srcRect b="0" l="0" r="0" t="0"/>
          <a:stretch/>
        </p:blipFill>
        <p:spPr>
          <a:xfrm>
            <a:off x="257771" y="4561879"/>
            <a:ext cx="1214438" cy="328613"/>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ernate 1">
  <p:cSld name="Title Slide Alternate 1">
    <p:bg>
      <p:bgPr>
        <a:solidFill>
          <a:schemeClr val="lt2"/>
        </a:solidFill>
      </p:bgPr>
    </p:bg>
    <p:spTree>
      <p:nvGrpSpPr>
        <p:cNvPr id="152" name="Shape 152"/>
        <p:cNvGrpSpPr/>
        <p:nvPr/>
      </p:nvGrpSpPr>
      <p:grpSpPr>
        <a:xfrm>
          <a:off x="0" y="0"/>
          <a:ext cx="0" cy="0"/>
          <a:chOff x="0" y="0"/>
          <a:chExt cx="0" cy="0"/>
        </a:xfrm>
      </p:grpSpPr>
      <p:sp>
        <p:nvSpPr>
          <p:cNvPr id="153" name="Google Shape;153;p29"/>
          <p:cNvSpPr txBox="1"/>
          <p:nvPr>
            <p:ph type="ctrTitle"/>
          </p:nvPr>
        </p:nvSpPr>
        <p:spPr>
          <a:xfrm>
            <a:off x="257769" y="360798"/>
            <a:ext cx="6918000" cy="15204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4700"/>
              <a:buFont typeface="Libre Franklin SemiBold"/>
              <a:buNone/>
              <a:defRPr sz="47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4" name="Google Shape;154;p29"/>
          <p:cNvSpPr txBox="1"/>
          <p:nvPr>
            <p:ph idx="1" type="subTitle"/>
          </p:nvPr>
        </p:nvSpPr>
        <p:spPr>
          <a:xfrm>
            <a:off x="268486" y="1881048"/>
            <a:ext cx="5812800" cy="285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100"/>
              <a:buFont typeface="Libre Franklin"/>
              <a:buNone/>
              <a:defRPr sz="1100">
                <a:solidFill>
                  <a:schemeClr val="dk1"/>
                </a:solidFill>
              </a:defRPr>
            </a:lvl1pPr>
            <a:lvl2pPr lvl="1" algn="ctr">
              <a:lnSpc>
                <a:spcPct val="100000"/>
              </a:lnSpc>
              <a:spcBef>
                <a:spcPts val="0"/>
              </a:spcBef>
              <a:spcAft>
                <a:spcPts val="0"/>
              </a:spcAft>
              <a:buSzPts val="1200"/>
              <a:buNone/>
              <a:defRPr sz="1500"/>
            </a:lvl2pPr>
            <a:lvl3pPr lvl="2" algn="ctr">
              <a:lnSpc>
                <a:spcPct val="100000"/>
              </a:lnSpc>
              <a:spcBef>
                <a:spcPts val="0"/>
              </a:spcBef>
              <a:spcAft>
                <a:spcPts val="0"/>
              </a:spcAft>
              <a:buSzPts val="1100"/>
              <a:buNone/>
              <a:defRPr sz="1400"/>
            </a:lvl3pPr>
            <a:lvl4pPr lvl="3" algn="ctr">
              <a:lnSpc>
                <a:spcPct val="100000"/>
              </a:lnSpc>
              <a:spcBef>
                <a:spcPts val="0"/>
              </a:spcBef>
              <a:spcAft>
                <a:spcPts val="0"/>
              </a:spcAft>
              <a:buSzPts val="1000"/>
              <a:buNone/>
              <a:defRPr sz="1200"/>
            </a:lvl4pPr>
            <a:lvl5pPr lvl="4" algn="ctr">
              <a:lnSpc>
                <a:spcPct val="100000"/>
              </a:lnSpc>
              <a:spcBef>
                <a:spcPts val="0"/>
              </a:spcBef>
              <a:spcAft>
                <a:spcPts val="0"/>
              </a:spcAft>
              <a:buSzPts val="1000"/>
              <a:buNone/>
              <a:defRPr sz="1200"/>
            </a:lvl5pPr>
            <a:lvl6pPr lvl="5" algn="ctr">
              <a:lnSpc>
                <a:spcPct val="100000"/>
              </a:lnSpc>
              <a:spcBef>
                <a:spcPts val="0"/>
              </a:spcBef>
              <a:spcAft>
                <a:spcPts val="0"/>
              </a:spcAft>
              <a:buSzPts val="1000"/>
              <a:buNone/>
              <a:defRPr sz="1200"/>
            </a:lvl6pPr>
            <a:lvl7pPr lvl="6" algn="ctr">
              <a:lnSpc>
                <a:spcPct val="100000"/>
              </a:lnSpc>
              <a:spcBef>
                <a:spcPts val="0"/>
              </a:spcBef>
              <a:spcAft>
                <a:spcPts val="0"/>
              </a:spcAft>
              <a:buSzPts val="1000"/>
              <a:buNone/>
              <a:defRPr sz="1200"/>
            </a:lvl7pPr>
            <a:lvl8pPr lvl="7" algn="ctr">
              <a:lnSpc>
                <a:spcPct val="100000"/>
              </a:lnSpc>
              <a:spcBef>
                <a:spcPts val="0"/>
              </a:spcBef>
              <a:spcAft>
                <a:spcPts val="0"/>
              </a:spcAft>
              <a:buSzPts val="1000"/>
              <a:buNone/>
              <a:defRPr sz="1200"/>
            </a:lvl8pPr>
            <a:lvl9pPr lvl="8" algn="ctr">
              <a:lnSpc>
                <a:spcPct val="100000"/>
              </a:lnSpc>
              <a:spcBef>
                <a:spcPts val="0"/>
              </a:spcBef>
              <a:spcAft>
                <a:spcPts val="0"/>
              </a:spcAft>
              <a:buSzPts val="1000"/>
              <a:buNone/>
              <a:defRPr sz="1200"/>
            </a:lvl9pPr>
          </a:lstStyle>
          <a:p/>
        </p:txBody>
      </p:sp>
      <p:sp>
        <p:nvSpPr>
          <p:cNvPr id="155" name="Google Shape;155;p29"/>
          <p:cNvSpPr/>
          <p:nvPr>
            <p:ph idx="2" type="pic"/>
          </p:nvPr>
        </p:nvSpPr>
        <p:spPr>
          <a:xfrm>
            <a:off x="4206944" y="1429942"/>
            <a:ext cx="4944300" cy="3722100"/>
          </a:xfrm>
          <a:prstGeom prst="rect">
            <a:avLst/>
          </a:prstGeom>
          <a:noFill/>
          <a:ln>
            <a:noFill/>
          </a:ln>
        </p:spPr>
      </p:sp>
      <p:sp>
        <p:nvSpPr>
          <p:cNvPr id="156" name="Google Shape;156;p29"/>
          <p:cNvSpPr txBox="1"/>
          <p:nvPr>
            <p:ph idx="10" type="dt"/>
          </p:nvPr>
        </p:nvSpPr>
        <p:spPr>
          <a:xfrm>
            <a:off x="268486" y="2166671"/>
            <a:ext cx="2696700" cy="288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100">
                <a:latin typeface="Libre Franklin"/>
                <a:ea typeface="Libre Franklin"/>
                <a:cs typeface="Libre Franklin"/>
                <a:sym typeface="Libre Franklin"/>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7" name="Google Shape;157;p29"/>
          <p:cNvSpPr txBox="1"/>
          <p:nvPr>
            <p:ph idx="11" type="ftr"/>
          </p:nvPr>
        </p:nvSpPr>
        <p:spPr>
          <a:xfrm>
            <a:off x="-13716" y="-13716"/>
            <a:ext cx="6900" cy="6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8" name="Google Shape;158;p29"/>
          <p:cNvSpPr txBox="1"/>
          <p:nvPr>
            <p:ph idx="12" type="sldNum"/>
          </p:nvPr>
        </p:nvSpPr>
        <p:spPr>
          <a:xfrm>
            <a:off x="9155430" y="5157216"/>
            <a:ext cx="6900" cy="6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pic>
        <p:nvPicPr>
          <p:cNvPr id="159" name="Google Shape;159;p29"/>
          <p:cNvPicPr preferRelativeResize="0"/>
          <p:nvPr/>
        </p:nvPicPr>
        <p:blipFill rotWithShape="1">
          <a:blip r:embed="rId2">
            <a:alphaModFix/>
          </a:blip>
          <a:srcRect b="0" l="0" r="0" t="0"/>
          <a:stretch/>
        </p:blipFill>
        <p:spPr>
          <a:xfrm>
            <a:off x="257771" y="4561879"/>
            <a:ext cx="1214438" cy="328613"/>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ernate 2">
  <p:cSld name="Title Slide Alternate 2">
    <p:spTree>
      <p:nvGrpSpPr>
        <p:cNvPr id="160" name="Shape 160"/>
        <p:cNvGrpSpPr/>
        <p:nvPr/>
      </p:nvGrpSpPr>
      <p:grpSpPr>
        <a:xfrm>
          <a:off x="0" y="0"/>
          <a:ext cx="0" cy="0"/>
          <a:chOff x="0" y="0"/>
          <a:chExt cx="0" cy="0"/>
        </a:xfrm>
      </p:grpSpPr>
      <p:pic>
        <p:nvPicPr>
          <p:cNvPr id="161" name="Google Shape;161;p30"/>
          <p:cNvPicPr preferRelativeResize="0"/>
          <p:nvPr/>
        </p:nvPicPr>
        <p:blipFill rotWithShape="1">
          <a:blip r:embed="rId2">
            <a:alphaModFix/>
          </a:blip>
          <a:srcRect b="0" l="0" r="0" t="0"/>
          <a:stretch/>
        </p:blipFill>
        <p:spPr>
          <a:xfrm>
            <a:off x="4227926" y="-6858"/>
            <a:ext cx="4921501" cy="5157219"/>
          </a:xfrm>
          <a:prstGeom prst="rect">
            <a:avLst/>
          </a:prstGeom>
          <a:noFill/>
          <a:ln>
            <a:noFill/>
          </a:ln>
        </p:spPr>
      </p:pic>
      <p:sp>
        <p:nvSpPr>
          <p:cNvPr id="162" name="Google Shape;162;p30"/>
          <p:cNvSpPr/>
          <p:nvPr/>
        </p:nvSpPr>
        <p:spPr>
          <a:xfrm>
            <a:off x="-6859" y="-6858"/>
            <a:ext cx="7102388" cy="5157216"/>
          </a:xfrm>
          <a:custGeom>
            <a:rect b="b" l="l" r="r" t="t"/>
            <a:pathLst>
              <a:path extrusionOk="0" h="6876288" w="9469851">
                <a:moveTo>
                  <a:pt x="0" y="0"/>
                </a:moveTo>
                <a:lnTo>
                  <a:pt x="6119431" y="0"/>
                </a:lnTo>
                <a:lnTo>
                  <a:pt x="9469851" y="3442907"/>
                </a:lnTo>
                <a:lnTo>
                  <a:pt x="6124194" y="6876288"/>
                </a:lnTo>
                <a:lnTo>
                  <a:pt x="0" y="6876288"/>
                </a:lnTo>
                <a:lnTo>
                  <a:pt x="0" y="0"/>
                </a:lnTo>
                <a:close/>
              </a:path>
            </a:pathLst>
          </a:cu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ibre Franklin"/>
              <a:ea typeface="Libre Franklin"/>
              <a:cs typeface="Libre Franklin"/>
              <a:sym typeface="Libre Franklin"/>
            </a:endParaRPr>
          </a:p>
        </p:txBody>
      </p:sp>
      <p:sp>
        <p:nvSpPr>
          <p:cNvPr id="163" name="Google Shape;163;p30"/>
          <p:cNvSpPr/>
          <p:nvPr/>
        </p:nvSpPr>
        <p:spPr>
          <a:xfrm rot="10800000">
            <a:off x="7941672" y="-6872"/>
            <a:ext cx="1206900" cy="1260600"/>
          </a:xfrm>
          <a:prstGeom prst="rtTriangle">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ibre Franklin"/>
              <a:ea typeface="Libre Franklin"/>
              <a:cs typeface="Libre Franklin"/>
              <a:sym typeface="Libre Franklin"/>
            </a:endParaRPr>
          </a:p>
        </p:txBody>
      </p:sp>
      <p:sp>
        <p:nvSpPr>
          <p:cNvPr id="164" name="Google Shape;164;p30"/>
          <p:cNvSpPr/>
          <p:nvPr/>
        </p:nvSpPr>
        <p:spPr>
          <a:xfrm rot="-5400000">
            <a:off x="7921338" y="3926787"/>
            <a:ext cx="1251300" cy="1202700"/>
          </a:xfrm>
          <a:prstGeom prst="rtTriangle">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ibre Franklin"/>
              <a:ea typeface="Libre Franklin"/>
              <a:cs typeface="Libre Franklin"/>
              <a:sym typeface="Libre Franklin"/>
            </a:endParaRPr>
          </a:p>
        </p:txBody>
      </p:sp>
      <p:sp>
        <p:nvSpPr>
          <p:cNvPr id="165" name="Google Shape;165;p30"/>
          <p:cNvSpPr txBox="1"/>
          <p:nvPr>
            <p:ph type="ctrTitle"/>
          </p:nvPr>
        </p:nvSpPr>
        <p:spPr>
          <a:xfrm>
            <a:off x="257769" y="360798"/>
            <a:ext cx="4678800" cy="15204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4700"/>
              <a:buFont typeface="Libre Franklin SemiBold"/>
              <a:buNone/>
              <a:defRPr sz="47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6" name="Google Shape;166;p30"/>
          <p:cNvSpPr txBox="1"/>
          <p:nvPr>
            <p:ph idx="1" type="subTitle"/>
          </p:nvPr>
        </p:nvSpPr>
        <p:spPr>
          <a:xfrm>
            <a:off x="268486" y="1881048"/>
            <a:ext cx="4676700" cy="285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100"/>
              <a:buFont typeface="Libre Franklin"/>
              <a:buNone/>
              <a:defRPr sz="1100">
                <a:solidFill>
                  <a:schemeClr val="dk1"/>
                </a:solidFill>
              </a:defRPr>
            </a:lvl1pPr>
            <a:lvl2pPr lvl="1" algn="ctr">
              <a:lnSpc>
                <a:spcPct val="100000"/>
              </a:lnSpc>
              <a:spcBef>
                <a:spcPts val="0"/>
              </a:spcBef>
              <a:spcAft>
                <a:spcPts val="0"/>
              </a:spcAft>
              <a:buSzPts val="1200"/>
              <a:buNone/>
              <a:defRPr sz="1500"/>
            </a:lvl2pPr>
            <a:lvl3pPr lvl="2" algn="ctr">
              <a:lnSpc>
                <a:spcPct val="100000"/>
              </a:lnSpc>
              <a:spcBef>
                <a:spcPts val="0"/>
              </a:spcBef>
              <a:spcAft>
                <a:spcPts val="0"/>
              </a:spcAft>
              <a:buSzPts val="1100"/>
              <a:buNone/>
              <a:defRPr sz="1400"/>
            </a:lvl3pPr>
            <a:lvl4pPr lvl="3" algn="ctr">
              <a:lnSpc>
                <a:spcPct val="100000"/>
              </a:lnSpc>
              <a:spcBef>
                <a:spcPts val="0"/>
              </a:spcBef>
              <a:spcAft>
                <a:spcPts val="0"/>
              </a:spcAft>
              <a:buSzPts val="1000"/>
              <a:buNone/>
              <a:defRPr sz="1200"/>
            </a:lvl4pPr>
            <a:lvl5pPr lvl="4" algn="ctr">
              <a:lnSpc>
                <a:spcPct val="100000"/>
              </a:lnSpc>
              <a:spcBef>
                <a:spcPts val="0"/>
              </a:spcBef>
              <a:spcAft>
                <a:spcPts val="0"/>
              </a:spcAft>
              <a:buSzPts val="1000"/>
              <a:buNone/>
              <a:defRPr sz="1200"/>
            </a:lvl5pPr>
            <a:lvl6pPr lvl="5" algn="ctr">
              <a:lnSpc>
                <a:spcPct val="100000"/>
              </a:lnSpc>
              <a:spcBef>
                <a:spcPts val="0"/>
              </a:spcBef>
              <a:spcAft>
                <a:spcPts val="0"/>
              </a:spcAft>
              <a:buSzPts val="1000"/>
              <a:buNone/>
              <a:defRPr sz="1200"/>
            </a:lvl6pPr>
            <a:lvl7pPr lvl="6" algn="ctr">
              <a:lnSpc>
                <a:spcPct val="100000"/>
              </a:lnSpc>
              <a:spcBef>
                <a:spcPts val="0"/>
              </a:spcBef>
              <a:spcAft>
                <a:spcPts val="0"/>
              </a:spcAft>
              <a:buSzPts val="1000"/>
              <a:buNone/>
              <a:defRPr sz="1200"/>
            </a:lvl7pPr>
            <a:lvl8pPr lvl="7" algn="ctr">
              <a:lnSpc>
                <a:spcPct val="100000"/>
              </a:lnSpc>
              <a:spcBef>
                <a:spcPts val="0"/>
              </a:spcBef>
              <a:spcAft>
                <a:spcPts val="0"/>
              </a:spcAft>
              <a:buSzPts val="1000"/>
              <a:buNone/>
              <a:defRPr sz="1200"/>
            </a:lvl8pPr>
            <a:lvl9pPr lvl="8" algn="ctr">
              <a:lnSpc>
                <a:spcPct val="100000"/>
              </a:lnSpc>
              <a:spcBef>
                <a:spcPts val="0"/>
              </a:spcBef>
              <a:spcAft>
                <a:spcPts val="0"/>
              </a:spcAft>
              <a:buSzPts val="1000"/>
              <a:buNone/>
              <a:defRPr sz="1200"/>
            </a:lvl9pPr>
          </a:lstStyle>
          <a:p/>
        </p:txBody>
      </p:sp>
      <p:sp>
        <p:nvSpPr>
          <p:cNvPr id="167" name="Google Shape;167;p30"/>
          <p:cNvSpPr txBox="1"/>
          <p:nvPr>
            <p:ph idx="10" type="dt"/>
          </p:nvPr>
        </p:nvSpPr>
        <p:spPr>
          <a:xfrm>
            <a:off x="268486" y="2166671"/>
            <a:ext cx="2696700" cy="288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100">
                <a:latin typeface="Libre Franklin"/>
                <a:ea typeface="Libre Franklin"/>
                <a:cs typeface="Libre Franklin"/>
                <a:sym typeface="Libre Franklin"/>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8" name="Google Shape;168;p30"/>
          <p:cNvSpPr txBox="1"/>
          <p:nvPr>
            <p:ph idx="11" type="ftr"/>
          </p:nvPr>
        </p:nvSpPr>
        <p:spPr>
          <a:xfrm>
            <a:off x="-13716" y="-13716"/>
            <a:ext cx="6900" cy="6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9" name="Google Shape;169;p30"/>
          <p:cNvSpPr txBox="1"/>
          <p:nvPr>
            <p:ph idx="12" type="sldNum"/>
          </p:nvPr>
        </p:nvSpPr>
        <p:spPr>
          <a:xfrm>
            <a:off x="9155430" y="5157216"/>
            <a:ext cx="6900" cy="6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pic>
        <p:nvPicPr>
          <p:cNvPr id="170" name="Google Shape;170;p30"/>
          <p:cNvPicPr preferRelativeResize="0"/>
          <p:nvPr/>
        </p:nvPicPr>
        <p:blipFill rotWithShape="1">
          <a:blip r:embed="rId3">
            <a:alphaModFix/>
          </a:blip>
          <a:srcRect b="0" l="0" r="0" t="0"/>
          <a:stretch/>
        </p:blipFill>
        <p:spPr>
          <a:xfrm>
            <a:off x="257771" y="4561879"/>
            <a:ext cx="1214438" cy="328613"/>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able of Contents">
    <p:spTree>
      <p:nvGrpSpPr>
        <p:cNvPr id="171" name="Shape 171"/>
        <p:cNvGrpSpPr/>
        <p:nvPr/>
      </p:nvGrpSpPr>
      <p:grpSpPr>
        <a:xfrm>
          <a:off x="0" y="0"/>
          <a:ext cx="0" cy="0"/>
          <a:chOff x="0" y="0"/>
          <a:chExt cx="0" cy="0"/>
        </a:xfrm>
      </p:grpSpPr>
      <p:sp>
        <p:nvSpPr>
          <p:cNvPr id="172" name="Google Shape;172;p31"/>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3" name="Google Shape;173;p31"/>
          <p:cNvSpPr txBox="1"/>
          <p:nvPr>
            <p:ph idx="1" type="body"/>
          </p:nvPr>
        </p:nvSpPr>
        <p:spPr>
          <a:xfrm>
            <a:off x="264461" y="987186"/>
            <a:ext cx="8634300" cy="3894300"/>
          </a:xfrm>
          <a:prstGeom prst="rect">
            <a:avLst/>
          </a:prstGeom>
          <a:noFill/>
          <a:ln>
            <a:noFill/>
          </a:ln>
        </p:spPr>
        <p:txBody>
          <a:bodyPr anchorCtr="0" anchor="t" bIns="0" lIns="0" spcFirstLastPara="1" rIns="0" wrap="square" tIns="0">
            <a:noAutofit/>
          </a:bodyPr>
          <a:lstStyle>
            <a:lvl1pPr indent="-228600" lvl="0" marL="457200" algn="l">
              <a:lnSpc>
                <a:spcPct val="77000"/>
              </a:lnSpc>
              <a:spcBef>
                <a:spcPts val="800"/>
              </a:spcBef>
              <a:spcAft>
                <a:spcPts val="0"/>
              </a:spcAft>
              <a:buClr>
                <a:schemeClr val="dk1"/>
              </a:buClr>
              <a:buSzPts val="3800"/>
              <a:buFont typeface="Libre Franklin SemiBold"/>
              <a:buNone/>
              <a:defRPr sz="3800">
                <a:solidFill>
                  <a:schemeClr val="dk1"/>
                </a:solidFill>
                <a:latin typeface="Libre Franklin SemiBold"/>
                <a:ea typeface="Libre Franklin SemiBold"/>
                <a:cs typeface="Libre Franklin SemiBold"/>
                <a:sym typeface="Libre Franklin SemiBold"/>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74" name="Google Shape;174;p31"/>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5" name="Google Shape;175;p31"/>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pic>
        <p:nvPicPr>
          <p:cNvPr id="176" name="Google Shape;176;p31"/>
          <p:cNvPicPr preferRelativeResize="0"/>
          <p:nvPr/>
        </p:nvPicPr>
        <p:blipFill rotWithShape="1">
          <a:blip r:embed="rId2">
            <a:alphaModFix/>
          </a:blip>
          <a:srcRect b="0" l="0" r="0" t="0"/>
          <a:stretch/>
        </p:blipFill>
        <p:spPr>
          <a:xfrm>
            <a:off x="257770" y="4557545"/>
            <a:ext cx="257175" cy="328613"/>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177" name="Shape 177"/>
        <p:cNvGrpSpPr/>
        <p:nvPr/>
      </p:nvGrpSpPr>
      <p:grpSpPr>
        <a:xfrm>
          <a:off x="0" y="0"/>
          <a:ext cx="0" cy="0"/>
          <a:chOff x="0" y="0"/>
          <a:chExt cx="0" cy="0"/>
        </a:xfrm>
      </p:grpSpPr>
      <p:sp>
        <p:nvSpPr>
          <p:cNvPr id="178" name="Google Shape;178;p32"/>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9" name="Google Shape;179;p32"/>
          <p:cNvSpPr txBox="1"/>
          <p:nvPr>
            <p:ph type="title"/>
          </p:nvPr>
        </p:nvSpPr>
        <p:spPr>
          <a:xfrm>
            <a:off x="256576" y="1407425"/>
            <a:ext cx="8632500" cy="1168800"/>
          </a:xfrm>
          <a:prstGeom prst="rect">
            <a:avLst/>
          </a:prstGeom>
          <a:noFill/>
          <a:ln>
            <a:noFill/>
          </a:ln>
        </p:spPr>
        <p:txBody>
          <a:bodyPr anchorCtr="0" anchor="b" bIns="0" lIns="0" spcFirstLastPara="1" rIns="0" wrap="square" tIns="0">
            <a:noAutofit/>
          </a:bodyPr>
          <a:lstStyle>
            <a:lvl1pPr lvl="0" algn="l">
              <a:lnSpc>
                <a:spcPct val="76000"/>
              </a:lnSpc>
              <a:spcBef>
                <a:spcPts val="0"/>
              </a:spcBef>
              <a:spcAft>
                <a:spcPts val="0"/>
              </a:spcAft>
              <a:buClr>
                <a:schemeClr val="dk1"/>
              </a:buClr>
              <a:buSzPts val="4700"/>
              <a:buFont typeface="Libre Franklin SemiBold"/>
              <a:buNone/>
              <a:defRPr sz="47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0" name="Google Shape;180;p32"/>
          <p:cNvSpPr txBox="1"/>
          <p:nvPr>
            <p:ph idx="1" type="body"/>
          </p:nvPr>
        </p:nvSpPr>
        <p:spPr>
          <a:xfrm>
            <a:off x="256576" y="2596633"/>
            <a:ext cx="8632500" cy="288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sz="1100">
                <a:solidFill>
                  <a:schemeClr val="dk1"/>
                </a:solidFill>
              </a:defRPr>
            </a:lvl1pPr>
            <a:lvl2pPr indent="-228600" lvl="1" marL="914400" algn="l">
              <a:lnSpc>
                <a:spcPct val="100000"/>
              </a:lnSpc>
              <a:spcBef>
                <a:spcPts val="0"/>
              </a:spcBef>
              <a:spcAft>
                <a:spcPts val="0"/>
              </a:spcAft>
              <a:buSzPts val="1200"/>
              <a:buNone/>
              <a:defRPr sz="1500">
                <a:solidFill>
                  <a:srgbClr val="888888"/>
                </a:solidFill>
              </a:defRPr>
            </a:lvl2pPr>
            <a:lvl3pPr indent="-228600" lvl="2" marL="1371600" algn="l">
              <a:lnSpc>
                <a:spcPct val="100000"/>
              </a:lnSpc>
              <a:spcBef>
                <a:spcPts val="0"/>
              </a:spcBef>
              <a:spcAft>
                <a:spcPts val="0"/>
              </a:spcAft>
              <a:buSzPts val="1100"/>
              <a:buNone/>
              <a:defRPr sz="1400">
                <a:solidFill>
                  <a:srgbClr val="888888"/>
                </a:solidFill>
              </a:defRPr>
            </a:lvl3pPr>
            <a:lvl4pPr indent="-228600" lvl="3" marL="1828800" algn="l">
              <a:lnSpc>
                <a:spcPct val="100000"/>
              </a:lnSpc>
              <a:spcBef>
                <a:spcPts val="0"/>
              </a:spcBef>
              <a:spcAft>
                <a:spcPts val="0"/>
              </a:spcAft>
              <a:buSzPts val="1000"/>
              <a:buNone/>
              <a:defRPr sz="1200">
                <a:solidFill>
                  <a:srgbClr val="888888"/>
                </a:solidFill>
              </a:defRPr>
            </a:lvl4pPr>
            <a:lvl5pPr indent="-228600" lvl="4" marL="2286000" algn="l">
              <a:lnSpc>
                <a:spcPct val="100000"/>
              </a:lnSpc>
              <a:spcBef>
                <a:spcPts val="0"/>
              </a:spcBef>
              <a:spcAft>
                <a:spcPts val="0"/>
              </a:spcAft>
              <a:buSzPts val="1000"/>
              <a:buNone/>
              <a:defRPr sz="1200">
                <a:solidFill>
                  <a:srgbClr val="888888"/>
                </a:solidFill>
              </a:defRPr>
            </a:lvl5pPr>
            <a:lvl6pPr indent="-228600" lvl="5" marL="2743200" algn="l">
              <a:lnSpc>
                <a:spcPct val="100000"/>
              </a:lnSpc>
              <a:spcBef>
                <a:spcPts val="0"/>
              </a:spcBef>
              <a:spcAft>
                <a:spcPts val="0"/>
              </a:spcAft>
              <a:buSzPts val="1000"/>
              <a:buNone/>
              <a:defRPr sz="1200">
                <a:solidFill>
                  <a:srgbClr val="888888"/>
                </a:solidFill>
              </a:defRPr>
            </a:lvl6pPr>
            <a:lvl7pPr indent="-228600" lvl="6" marL="3200400" algn="l">
              <a:lnSpc>
                <a:spcPct val="100000"/>
              </a:lnSpc>
              <a:spcBef>
                <a:spcPts val="0"/>
              </a:spcBef>
              <a:spcAft>
                <a:spcPts val="0"/>
              </a:spcAft>
              <a:buSzPts val="1000"/>
              <a:buNone/>
              <a:defRPr sz="1200">
                <a:solidFill>
                  <a:srgbClr val="888888"/>
                </a:solidFill>
              </a:defRPr>
            </a:lvl7pPr>
            <a:lvl8pPr indent="-228600" lvl="7" marL="3657600" algn="l">
              <a:lnSpc>
                <a:spcPct val="100000"/>
              </a:lnSpc>
              <a:spcBef>
                <a:spcPts val="0"/>
              </a:spcBef>
              <a:spcAft>
                <a:spcPts val="0"/>
              </a:spcAft>
              <a:buSzPts val="1000"/>
              <a:buNone/>
              <a:defRPr sz="1200">
                <a:solidFill>
                  <a:srgbClr val="888888"/>
                </a:solidFill>
              </a:defRPr>
            </a:lvl8pPr>
            <a:lvl9pPr indent="-228600" lvl="8" marL="4114800" algn="l">
              <a:lnSpc>
                <a:spcPct val="100000"/>
              </a:lnSpc>
              <a:spcBef>
                <a:spcPts val="0"/>
              </a:spcBef>
              <a:spcAft>
                <a:spcPts val="0"/>
              </a:spcAft>
              <a:buSzPts val="1000"/>
              <a:buNone/>
              <a:defRPr sz="1200">
                <a:solidFill>
                  <a:srgbClr val="888888"/>
                </a:solidFill>
              </a:defRPr>
            </a:lvl9pPr>
          </a:lstStyle>
          <a:p/>
        </p:txBody>
      </p:sp>
      <p:sp>
        <p:nvSpPr>
          <p:cNvPr id="181" name="Google Shape;181;p32"/>
          <p:cNvSpPr txBox="1"/>
          <p:nvPr>
            <p:ph idx="10" type="dt"/>
          </p:nvPr>
        </p:nvSpPr>
        <p:spPr>
          <a:xfrm>
            <a:off x="-13716" y="5157216"/>
            <a:ext cx="6900" cy="6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2" name="Google Shape;182;p32"/>
          <p:cNvSpPr txBox="1"/>
          <p:nvPr>
            <p:ph idx="12" type="sldNum"/>
          </p:nvPr>
        </p:nvSpPr>
        <p:spPr>
          <a:xfrm>
            <a:off x="9155430" y="5157216"/>
            <a:ext cx="6900" cy="6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pic>
        <p:nvPicPr>
          <p:cNvPr id="183" name="Google Shape;183;p32"/>
          <p:cNvPicPr preferRelativeResize="0"/>
          <p:nvPr/>
        </p:nvPicPr>
        <p:blipFill rotWithShape="1">
          <a:blip r:embed="rId2">
            <a:alphaModFix/>
          </a:blip>
          <a:srcRect b="0" l="0" r="0" t="0"/>
          <a:stretch/>
        </p:blipFill>
        <p:spPr>
          <a:xfrm>
            <a:off x="257770" y="4557545"/>
            <a:ext cx="257175" cy="328613"/>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lternate">
  <p:cSld name="Section Header Alternate">
    <p:bg>
      <p:bgPr>
        <a:solidFill>
          <a:schemeClr val="dk2"/>
        </a:solidFill>
      </p:bgPr>
    </p:bg>
    <p:spTree>
      <p:nvGrpSpPr>
        <p:cNvPr id="184" name="Shape 184"/>
        <p:cNvGrpSpPr/>
        <p:nvPr/>
      </p:nvGrpSpPr>
      <p:grpSpPr>
        <a:xfrm>
          <a:off x="0" y="0"/>
          <a:ext cx="0" cy="0"/>
          <a:chOff x="0" y="0"/>
          <a:chExt cx="0" cy="0"/>
        </a:xfrm>
      </p:grpSpPr>
      <p:sp>
        <p:nvSpPr>
          <p:cNvPr id="185" name="Google Shape;185;p33"/>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6" name="Google Shape;186;p33"/>
          <p:cNvSpPr txBox="1"/>
          <p:nvPr>
            <p:ph type="title"/>
          </p:nvPr>
        </p:nvSpPr>
        <p:spPr>
          <a:xfrm>
            <a:off x="256576" y="1407425"/>
            <a:ext cx="8632500" cy="1168800"/>
          </a:xfrm>
          <a:prstGeom prst="rect">
            <a:avLst/>
          </a:prstGeom>
          <a:noFill/>
          <a:ln>
            <a:noFill/>
          </a:ln>
        </p:spPr>
        <p:txBody>
          <a:bodyPr anchorCtr="0" anchor="b" bIns="0" lIns="0" spcFirstLastPara="1" rIns="0" wrap="square" tIns="0">
            <a:noAutofit/>
          </a:bodyPr>
          <a:lstStyle>
            <a:lvl1pPr lvl="0" algn="l">
              <a:lnSpc>
                <a:spcPct val="76000"/>
              </a:lnSpc>
              <a:spcBef>
                <a:spcPts val="0"/>
              </a:spcBef>
              <a:spcAft>
                <a:spcPts val="0"/>
              </a:spcAft>
              <a:buClr>
                <a:schemeClr val="lt1"/>
              </a:buClr>
              <a:buSzPts val="4700"/>
              <a:buFont typeface="Libre Franklin SemiBold"/>
              <a:buNone/>
              <a:defRPr sz="47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7" name="Google Shape;187;p33"/>
          <p:cNvSpPr txBox="1"/>
          <p:nvPr>
            <p:ph idx="1" type="body"/>
          </p:nvPr>
        </p:nvSpPr>
        <p:spPr>
          <a:xfrm>
            <a:off x="256576" y="2596633"/>
            <a:ext cx="8632500" cy="288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100"/>
              <a:buFont typeface="Libre Franklin"/>
              <a:buNone/>
              <a:defRPr sz="1100">
                <a:solidFill>
                  <a:schemeClr val="lt1"/>
                </a:solidFill>
              </a:defRPr>
            </a:lvl1pPr>
            <a:lvl2pPr indent="-228600" lvl="1" marL="914400" algn="l">
              <a:lnSpc>
                <a:spcPct val="100000"/>
              </a:lnSpc>
              <a:spcBef>
                <a:spcPts val="0"/>
              </a:spcBef>
              <a:spcAft>
                <a:spcPts val="0"/>
              </a:spcAft>
              <a:buSzPts val="1200"/>
              <a:buNone/>
              <a:defRPr sz="1500">
                <a:solidFill>
                  <a:srgbClr val="888888"/>
                </a:solidFill>
              </a:defRPr>
            </a:lvl2pPr>
            <a:lvl3pPr indent="-228600" lvl="2" marL="1371600" algn="l">
              <a:lnSpc>
                <a:spcPct val="100000"/>
              </a:lnSpc>
              <a:spcBef>
                <a:spcPts val="0"/>
              </a:spcBef>
              <a:spcAft>
                <a:spcPts val="0"/>
              </a:spcAft>
              <a:buSzPts val="1100"/>
              <a:buNone/>
              <a:defRPr sz="1400">
                <a:solidFill>
                  <a:srgbClr val="888888"/>
                </a:solidFill>
              </a:defRPr>
            </a:lvl3pPr>
            <a:lvl4pPr indent="-228600" lvl="3" marL="1828800" algn="l">
              <a:lnSpc>
                <a:spcPct val="100000"/>
              </a:lnSpc>
              <a:spcBef>
                <a:spcPts val="0"/>
              </a:spcBef>
              <a:spcAft>
                <a:spcPts val="0"/>
              </a:spcAft>
              <a:buSzPts val="1000"/>
              <a:buNone/>
              <a:defRPr sz="1200">
                <a:solidFill>
                  <a:srgbClr val="888888"/>
                </a:solidFill>
              </a:defRPr>
            </a:lvl4pPr>
            <a:lvl5pPr indent="-228600" lvl="4" marL="2286000" algn="l">
              <a:lnSpc>
                <a:spcPct val="100000"/>
              </a:lnSpc>
              <a:spcBef>
                <a:spcPts val="0"/>
              </a:spcBef>
              <a:spcAft>
                <a:spcPts val="0"/>
              </a:spcAft>
              <a:buSzPts val="1000"/>
              <a:buNone/>
              <a:defRPr sz="1200">
                <a:solidFill>
                  <a:srgbClr val="888888"/>
                </a:solidFill>
              </a:defRPr>
            </a:lvl5pPr>
            <a:lvl6pPr indent="-228600" lvl="5" marL="2743200" algn="l">
              <a:lnSpc>
                <a:spcPct val="100000"/>
              </a:lnSpc>
              <a:spcBef>
                <a:spcPts val="0"/>
              </a:spcBef>
              <a:spcAft>
                <a:spcPts val="0"/>
              </a:spcAft>
              <a:buSzPts val="1000"/>
              <a:buNone/>
              <a:defRPr sz="1200">
                <a:solidFill>
                  <a:srgbClr val="888888"/>
                </a:solidFill>
              </a:defRPr>
            </a:lvl6pPr>
            <a:lvl7pPr indent="-228600" lvl="6" marL="3200400" algn="l">
              <a:lnSpc>
                <a:spcPct val="100000"/>
              </a:lnSpc>
              <a:spcBef>
                <a:spcPts val="0"/>
              </a:spcBef>
              <a:spcAft>
                <a:spcPts val="0"/>
              </a:spcAft>
              <a:buSzPts val="1000"/>
              <a:buNone/>
              <a:defRPr sz="1200">
                <a:solidFill>
                  <a:srgbClr val="888888"/>
                </a:solidFill>
              </a:defRPr>
            </a:lvl7pPr>
            <a:lvl8pPr indent="-228600" lvl="7" marL="3657600" algn="l">
              <a:lnSpc>
                <a:spcPct val="100000"/>
              </a:lnSpc>
              <a:spcBef>
                <a:spcPts val="0"/>
              </a:spcBef>
              <a:spcAft>
                <a:spcPts val="0"/>
              </a:spcAft>
              <a:buSzPts val="1000"/>
              <a:buNone/>
              <a:defRPr sz="1200">
                <a:solidFill>
                  <a:srgbClr val="888888"/>
                </a:solidFill>
              </a:defRPr>
            </a:lvl8pPr>
            <a:lvl9pPr indent="-228600" lvl="8" marL="4114800" algn="l">
              <a:lnSpc>
                <a:spcPct val="100000"/>
              </a:lnSpc>
              <a:spcBef>
                <a:spcPts val="0"/>
              </a:spcBef>
              <a:spcAft>
                <a:spcPts val="0"/>
              </a:spcAft>
              <a:buSzPts val="1000"/>
              <a:buNone/>
              <a:defRPr sz="1200">
                <a:solidFill>
                  <a:srgbClr val="888888"/>
                </a:solidFill>
              </a:defRPr>
            </a:lvl9pPr>
          </a:lstStyle>
          <a:p/>
        </p:txBody>
      </p:sp>
      <p:sp>
        <p:nvSpPr>
          <p:cNvPr id="188" name="Google Shape;188;p33"/>
          <p:cNvSpPr txBox="1"/>
          <p:nvPr>
            <p:ph idx="10" type="dt"/>
          </p:nvPr>
        </p:nvSpPr>
        <p:spPr>
          <a:xfrm>
            <a:off x="-13716" y="5157216"/>
            <a:ext cx="6900" cy="6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9" name="Google Shape;189;p33"/>
          <p:cNvSpPr txBox="1"/>
          <p:nvPr>
            <p:ph idx="12" type="sldNum"/>
          </p:nvPr>
        </p:nvSpPr>
        <p:spPr>
          <a:xfrm>
            <a:off x="9155430" y="5157216"/>
            <a:ext cx="6900" cy="6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pic>
        <p:nvPicPr>
          <p:cNvPr id="190" name="Google Shape;190;p33"/>
          <p:cNvPicPr preferRelativeResize="0"/>
          <p:nvPr/>
        </p:nvPicPr>
        <p:blipFill rotWithShape="1">
          <a:blip r:embed="rId2">
            <a:alphaModFix/>
          </a:blip>
          <a:srcRect b="0" l="0" r="0" t="0"/>
          <a:stretch/>
        </p:blipFill>
        <p:spPr>
          <a:xfrm>
            <a:off x="257770" y="4557545"/>
            <a:ext cx="257175" cy="328612"/>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Case Study">
    <p:spTree>
      <p:nvGrpSpPr>
        <p:cNvPr id="191" name="Shape 191"/>
        <p:cNvGrpSpPr/>
        <p:nvPr/>
      </p:nvGrpSpPr>
      <p:grpSpPr>
        <a:xfrm>
          <a:off x="0" y="0"/>
          <a:ext cx="0" cy="0"/>
          <a:chOff x="0" y="0"/>
          <a:chExt cx="0" cy="0"/>
        </a:xfrm>
      </p:grpSpPr>
      <p:sp>
        <p:nvSpPr>
          <p:cNvPr id="192" name="Google Shape;192;p34"/>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3" name="Google Shape;193;p34"/>
          <p:cNvSpPr txBox="1"/>
          <p:nvPr>
            <p:ph type="title"/>
          </p:nvPr>
        </p:nvSpPr>
        <p:spPr>
          <a:xfrm>
            <a:off x="255532" y="761261"/>
            <a:ext cx="8634300" cy="9942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4" name="Google Shape;194;p34"/>
          <p:cNvSpPr txBox="1"/>
          <p:nvPr>
            <p:ph idx="1" type="body"/>
          </p:nvPr>
        </p:nvSpPr>
        <p:spPr>
          <a:xfrm>
            <a:off x="253746" y="2197560"/>
            <a:ext cx="2167200" cy="2680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900"/>
              <a:buFont typeface="Libre Franklin Medium"/>
              <a:buNone/>
              <a:defRPr sz="1900">
                <a:solidFill>
                  <a:schemeClr val="dk1"/>
                </a:solidFill>
                <a:latin typeface="Libre Franklin Medium"/>
                <a:ea typeface="Libre Franklin Medium"/>
                <a:cs typeface="Libre Franklin Medium"/>
                <a:sym typeface="Libre Franklin Medium"/>
              </a:defRPr>
            </a:lvl1pPr>
            <a:lvl2pPr indent="-228600" lvl="1" marL="914400" algn="l">
              <a:lnSpc>
                <a:spcPct val="100000"/>
              </a:lnSpc>
              <a:spcBef>
                <a:spcPts val="0"/>
              </a:spcBef>
              <a:spcAft>
                <a:spcPts val="0"/>
              </a:spcAft>
              <a:buSzPts val="1500"/>
              <a:buFont typeface="Libre Franklin"/>
              <a:buNone/>
              <a:defRPr b="1" sz="1900">
                <a:solidFill>
                  <a:schemeClr val="dk1"/>
                </a:solidFill>
                <a:latin typeface="Libre Franklin"/>
                <a:ea typeface="Libre Franklin"/>
                <a:cs typeface="Libre Franklin"/>
                <a:sym typeface="Libre Franklin"/>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95" name="Google Shape;195;p34"/>
          <p:cNvSpPr txBox="1"/>
          <p:nvPr>
            <p:ph idx="2" type="body"/>
          </p:nvPr>
        </p:nvSpPr>
        <p:spPr>
          <a:xfrm>
            <a:off x="3160105" y="2197560"/>
            <a:ext cx="2167200" cy="2680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900"/>
              <a:buFont typeface="Libre Franklin Medium"/>
              <a:buNone/>
              <a:defRPr sz="1900">
                <a:solidFill>
                  <a:schemeClr val="dk1"/>
                </a:solidFill>
                <a:latin typeface="Libre Franklin Medium"/>
                <a:ea typeface="Libre Franklin Medium"/>
                <a:cs typeface="Libre Franklin Medium"/>
                <a:sym typeface="Libre Franklin Medium"/>
              </a:defRPr>
            </a:lvl1pPr>
            <a:lvl2pPr indent="-228600" lvl="1" marL="914400" algn="l">
              <a:lnSpc>
                <a:spcPct val="100000"/>
              </a:lnSpc>
              <a:spcBef>
                <a:spcPts val="0"/>
              </a:spcBef>
              <a:spcAft>
                <a:spcPts val="0"/>
              </a:spcAft>
              <a:buSzPts val="1500"/>
              <a:buFont typeface="Libre Franklin"/>
              <a:buNone/>
              <a:defRPr b="1" sz="1900">
                <a:solidFill>
                  <a:schemeClr val="dk1"/>
                </a:solidFill>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96" name="Google Shape;196;p34"/>
          <p:cNvSpPr txBox="1"/>
          <p:nvPr>
            <p:ph idx="3" type="body"/>
          </p:nvPr>
        </p:nvSpPr>
        <p:spPr>
          <a:xfrm>
            <a:off x="6720695" y="2197560"/>
            <a:ext cx="2166600" cy="2680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900"/>
              <a:buFont typeface="Libre Franklin Medium"/>
              <a:buNone/>
              <a:defRPr sz="1900">
                <a:solidFill>
                  <a:schemeClr val="dk1"/>
                </a:solidFill>
                <a:latin typeface="Libre Franklin Medium"/>
                <a:ea typeface="Libre Franklin Medium"/>
                <a:cs typeface="Libre Franklin Medium"/>
                <a:sym typeface="Libre Franklin Medium"/>
              </a:defRPr>
            </a:lvl1pPr>
            <a:lvl2pPr indent="-228600" lvl="1" marL="914400" algn="l">
              <a:lnSpc>
                <a:spcPct val="100000"/>
              </a:lnSpc>
              <a:spcBef>
                <a:spcPts val="0"/>
              </a:spcBef>
              <a:spcAft>
                <a:spcPts val="0"/>
              </a:spcAft>
              <a:buSzPts val="1500"/>
              <a:buFont typeface="Libre Franklin"/>
              <a:buNone/>
              <a:defRPr b="1" sz="1900">
                <a:solidFill>
                  <a:schemeClr val="dk1"/>
                </a:solidFill>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97" name="Google Shape;197;p34"/>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8" name="Google Shape;198;p34"/>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spTree>
      <p:nvGrpSpPr>
        <p:cNvPr id="199" name="Shape 199"/>
        <p:cNvGrpSpPr/>
        <p:nvPr/>
      </p:nvGrpSpPr>
      <p:grpSpPr>
        <a:xfrm>
          <a:off x="0" y="0"/>
          <a:ext cx="0" cy="0"/>
          <a:chOff x="0" y="0"/>
          <a:chExt cx="0" cy="0"/>
        </a:xfrm>
      </p:grpSpPr>
      <p:sp>
        <p:nvSpPr>
          <p:cNvPr id="200" name="Google Shape;200;p35"/>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1" name="Google Shape;201;p35"/>
          <p:cNvSpPr txBox="1"/>
          <p:nvPr>
            <p:ph type="title"/>
          </p:nvPr>
        </p:nvSpPr>
        <p:spPr>
          <a:xfrm>
            <a:off x="255532" y="761261"/>
            <a:ext cx="8634300" cy="9942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2" name="Google Shape;202;p35"/>
          <p:cNvSpPr txBox="1"/>
          <p:nvPr>
            <p:ph idx="1" type="body"/>
          </p:nvPr>
        </p:nvSpPr>
        <p:spPr>
          <a:xfrm>
            <a:off x="253746" y="2036826"/>
            <a:ext cx="2707500" cy="2839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b="1">
                <a:solidFill>
                  <a:schemeClr val="dk1"/>
                </a:solidFill>
              </a:defRPr>
            </a:lvl1pPr>
            <a:lvl2pPr indent="-228600" lvl="1" marL="914400" algn="l">
              <a:lnSpc>
                <a:spcPct val="100000"/>
              </a:lnSpc>
              <a:spcBef>
                <a:spcPts val="0"/>
              </a:spcBef>
              <a:spcAft>
                <a:spcPts val="0"/>
              </a:spcAft>
              <a:buSzPts val="900"/>
              <a:buFont typeface="Libre Franklin"/>
              <a:buNone/>
              <a:defRPr>
                <a:solidFill>
                  <a:schemeClr val="dk1"/>
                </a:solidFill>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03" name="Google Shape;203;p35"/>
          <p:cNvSpPr txBox="1"/>
          <p:nvPr>
            <p:ph idx="2" type="body"/>
          </p:nvPr>
        </p:nvSpPr>
        <p:spPr>
          <a:xfrm>
            <a:off x="3220621" y="2036826"/>
            <a:ext cx="2703300" cy="2839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b="1">
                <a:solidFill>
                  <a:schemeClr val="dk1"/>
                </a:solidFill>
              </a:defRPr>
            </a:lvl1pPr>
            <a:lvl2pPr indent="-228600" lvl="1" marL="914400" algn="l">
              <a:lnSpc>
                <a:spcPct val="100000"/>
              </a:lnSpc>
              <a:spcBef>
                <a:spcPts val="0"/>
              </a:spcBef>
              <a:spcAft>
                <a:spcPts val="0"/>
              </a:spcAft>
              <a:buSzPts val="900"/>
              <a:buFont typeface="Libre Franklin"/>
              <a:buNone/>
              <a:defRPr>
                <a:solidFill>
                  <a:schemeClr val="dk1"/>
                </a:solidFill>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04" name="Google Shape;204;p35"/>
          <p:cNvSpPr txBox="1"/>
          <p:nvPr>
            <p:ph idx="3" type="body"/>
          </p:nvPr>
        </p:nvSpPr>
        <p:spPr>
          <a:xfrm>
            <a:off x="6181130" y="2036826"/>
            <a:ext cx="2703300" cy="2839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b="1">
                <a:solidFill>
                  <a:schemeClr val="dk1"/>
                </a:solidFill>
              </a:defRPr>
            </a:lvl1pPr>
            <a:lvl2pPr indent="-228600" lvl="1" marL="914400" algn="l">
              <a:lnSpc>
                <a:spcPct val="100000"/>
              </a:lnSpc>
              <a:spcBef>
                <a:spcPts val="0"/>
              </a:spcBef>
              <a:spcAft>
                <a:spcPts val="0"/>
              </a:spcAft>
              <a:buSzPts val="900"/>
              <a:buFont typeface="Libre Franklin"/>
              <a:buNone/>
              <a:defRPr>
                <a:solidFill>
                  <a:schemeClr val="dk1"/>
                </a:solidFill>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05" name="Google Shape;205;p35"/>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6" name="Google Shape;206;p35"/>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207" name="Shape 207"/>
        <p:cNvGrpSpPr/>
        <p:nvPr/>
      </p:nvGrpSpPr>
      <p:grpSpPr>
        <a:xfrm>
          <a:off x="0" y="0"/>
          <a:ext cx="0" cy="0"/>
          <a:chOff x="0" y="0"/>
          <a:chExt cx="0" cy="0"/>
        </a:xfrm>
      </p:grpSpPr>
      <p:sp>
        <p:nvSpPr>
          <p:cNvPr id="208" name="Google Shape;208;p36"/>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9" name="Google Shape;209;p36"/>
          <p:cNvSpPr txBox="1"/>
          <p:nvPr>
            <p:ph type="title"/>
          </p:nvPr>
        </p:nvSpPr>
        <p:spPr>
          <a:xfrm>
            <a:off x="255532" y="761261"/>
            <a:ext cx="8634300" cy="9942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0" name="Google Shape;210;p36"/>
          <p:cNvSpPr txBox="1"/>
          <p:nvPr>
            <p:ph idx="1" type="body"/>
          </p:nvPr>
        </p:nvSpPr>
        <p:spPr>
          <a:xfrm>
            <a:off x="253746" y="2036826"/>
            <a:ext cx="2707500" cy="2839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a:solidFill>
                  <a:schemeClr val="dk2"/>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11" name="Google Shape;211;p36"/>
          <p:cNvSpPr txBox="1"/>
          <p:nvPr>
            <p:ph idx="2" type="body"/>
          </p:nvPr>
        </p:nvSpPr>
        <p:spPr>
          <a:xfrm>
            <a:off x="3220621" y="2036826"/>
            <a:ext cx="2703300" cy="2839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a:solidFill>
                  <a:schemeClr val="dk2"/>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12" name="Google Shape;212;p36"/>
          <p:cNvSpPr txBox="1"/>
          <p:nvPr>
            <p:ph idx="3" type="body"/>
          </p:nvPr>
        </p:nvSpPr>
        <p:spPr>
          <a:xfrm>
            <a:off x="6181130" y="2036826"/>
            <a:ext cx="2703300" cy="2839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a:solidFill>
                  <a:schemeClr val="dk2"/>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13" name="Google Shape;213;p36"/>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4" name="Google Shape;214;p36"/>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Title and Three Content">
  <p:cSld name="Large Title and Three Content">
    <p:spTree>
      <p:nvGrpSpPr>
        <p:cNvPr id="215" name="Shape 215"/>
        <p:cNvGrpSpPr/>
        <p:nvPr/>
      </p:nvGrpSpPr>
      <p:grpSpPr>
        <a:xfrm>
          <a:off x="0" y="0"/>
          <a:ext cx="0" cy="0"/>
          <a:chOff x="0" y="0"/>
          <a:chExt cx="0" cy="0"/>
        </a:xfrm>
      </p:grpSpPr>
      <p:sp>
        <p:nvSpPr>
          <p:cNvPr id="216" name="Google Shape;216;p37"/>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7" name="Google Shape;217;p37"/>
          <p:cNvSpPr txBox="1"/>
          <p:nvPr>
            <p:ph type="title"/>
          </p:nvPr>
        </p:nvSpPr>
        <p:spPr>
          <a:xfrm>
            <a:off x="246603" y="811267"/>
            <a:ext cx="8265300" cy="2446200"/>
          </a:xfrm>
          <a:prstGeom prst="rect">
            <a:avLst/>
          </a:prstGeom>
          <a:noFill/>
          <a:ln>
            <a:noFill/>
          </a:ln>
        </p:spPr>
        <p:txBody>
          <a:bodyPr anchorCtr="0" anchor="t" bIns="0" lIns="0" spcFirstLastPara="1" rIns="0" wrap="square" tIns="0">
            <a:noAutofit/>
          </a:bodyPr>
          <a:lstStyle>
            <a:lvl1pPr lvl="0" algn="l">
              <a:lnSpc>
                <a:spcPct val="83000"/>
              </a:lnSpc>
              <a:spcBef>
                <a:spcPts val="0"/>
              </a:spcBef>
              <a:spcAft>
                <a:spcPts val="0"/>
              </a:spcAft>
              <a:buClr>
                <a:schemeClr val="dk1"/>
              </a:buClr>
              <a:buSzPts val="2900"/>
              <a:buFont typeface="Libre Franklin SemiBold"/>
              <a:buNone/>
              <a:defRPr sz="29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8" name="Google Shape;218;p37"/>
          <p:cNvSpPr txBox="1"/>
          <p:nvPr>
            <p:ph idx="1" type="body"/>
          </p:nvPr>
        </p:nvSpPr>
        <p:spPr>
          <a:xfrm>
            <a:off x="260889" y="3322805"/>
            <a:ext cx="2700300" cy="15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600"/>
              <a:buFont typeface="Libre Franklin SemiBold"/>
              <a:buNone/>
              <a:defRPr b="0" sz="1600">
                <a:solidFill>
                  <a:schemeClr val="dk2"/>
                </a:solidFill>
                <a:latin typeface="Libre Franklin SemiBold"/>
                <a:ea typeface="Libre Franklin SemiBold"/>
                <a:cs typeface="Libre Franklin SemiBold"/>
                <a:sym typeface="Libre Franklin SemiBold"/>
              </a:defRPr>
            </a:lvl1pPr>
            <a:lvl2pPr indent="-285750" lvl="1" marL="914400" algn="l">
              <a:lnSpc>
                <a:spcPct val="100000"/>
              </a:lnSpc>
              <a:spcBef>
                <a:spcPts val="0"/>
              </a:spcBef>
              <a:spcAft>
                <a:spcPts val="0"/>
              </a:spcAft>
              <a:buClr>
                <a:schemeClr val="dk2"/>
              </a:buClr>
              <a:buSzPts val="900"/>
              <a:buChar char="•"/>
              <a:defRPr>
                <a:solidFill>
                  <a:schemeClr val="dk2"/>
                </a:solidFill>
              </a:defRPr>
            </a:lvl2pPr>
            <a:lvl3pPr indent="-285750" lvl="2" marL="1371600" algn="l">
              <a:lnSpc>
                <a:spcPct val="100000"/>
              </a:lnSpc>
              <a:spcBef>
                <a:spcPts val="0"/>
              </a:spcBef>
              <a:spcAft>
                <a:spcPts val="0"/>
              </a:spcAft>
              <a:buSzPts val="900"/>
              <a:buChar char="•"/>
              <a:defRPr>
                <a:solidFill>
                  <a:schemeClr val="dk2"/>
                </a:solidFill>
              </a:defRPr>
            </a:lvl3pPr>
            <a:lvl4pPr indent="-285750" lvl="3" marL="1828800" algn="l">
              <a:lnSpc>
                <a:spcPct val="100000"/>
              </a:lnSpc>
              <a:spcBef>
                <a:spcPts val="0"/>
              </a:spcBef>
              <a:spcAft>
                <a:spcPts val="0"/>
              </a:spcAft>
              <a:buSzPts val="900"/>
              <a:buChar char="•"/>
              <a:defRPr>
                <a:solidFill>
                  <a:schemeClr val="dk2"/>
                </a:solidFill>
              </a:defRPr>
            </a:lvl4pPr>
            <a:lvl5pPr indent="-285750" lvl="4" marL="2286000" algn="l">
              <a:lnSpc>
                <a:spcPct val="100000"/>
              </a:lnSpc>
              <a:spcBef>
                <a:spcPts val="0"/>
              </a:spcBef>
              <a:spcAft>
                <a:spcPts val="0"/>
              </a:spcAft>
              <a:buSzPts val="900"/>
              <a:buChar char="•"/>
              <a:defRPr>
                <a:solidFill>
                  <a:schemeClr val="dk2"/>
                </a:solidFill>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19" name="Google Shape;219;p37"/>
          <p:cNvSpPr txBox="1"/>
          <p:nvPr>
            <p:ph idx="2" type="body"/>
          </p:nvPr>
        </p:nvSpPr>
        <p:spPr>
          <a:xfrm>
            <a:off x="3220621" y="3378171"/>
            <a:ext cx="2703300" cy="150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a:solidFill>
                  <a:schemeClr val="dk2"/>
                </a:solidFill>
              </a:defRPr>
            </a:lvl1pPr>
            <a:lvl2pPr indent="-285750" lvl="1" marL="914400" algn="l">
              <a:lnSpc>
                <a:spcPct val="100000"/>
              </a:lnSpc>
              <a:spcBef>
                <a:spcPts val="0"/>
              </a:spcBef>
              <a:spcAft>
                <a:spcPts val="0"/>
              </a:spcAft>
              <a:buClr>
                <a:schemeClr val="dk2"/>
              </a:buClr>
              <a:buSzPts val="900"/>
              <a:buChar char="•"/>
              <a:defRPr>
                <a:solidFill>
                  <a:schemeClr val="dk2"/>
                </a:solidFill>
              </a:defRPr>
            </a:lvl2pPr>
            <a:lvl3pPr indent="-285750" lvl="2" marL="1371600" algn="l">
              <a:lnSpc>
                <a:spcPct val="100000"/>
              </a:lnSpc>
              <a:spcBef>
                <a:spcPts val="0"/>
              </a:spcBef>
              <a:spcAft>
                <a:spcPts val="0"/>
              </a:spcAft>
              <a:buSzPts val="900"/>
              <a:buChar char="•"/>
              <a:defRPr>
                <a:solidFill>
                  <a:schemeClr val="dk2"/>
                </a:solidFill>
              </a:defRPr>
            </a:lvl3pPr>
            <a:lvl4pPr indent="-285750" lvl="3" marL="1828800" algn="l">
              <a:lnSpc>
                <a:spcPct val="100000"/>
              </a:lnSpc>
              <a:spcBef>
                <a:spcPts val="0"/>
              </a:spcBef>
              <a:spcAft>
                <a:spcPts val="0"/>
              </a:spcAft>
              <a:buSzPts val="900"/>
              <a:buChar char="•"/>
              <a:defRPr>
                <a:solidFill>
                  <a:schemeClr val="dk2"/>
                </a:solidFill>
              </a:defRPr>
            </a:lvl4pPr>
            <a:lvl5pPr indent="-285750" lvl="4" marL="2286000" algn="l">
              <a:lnSpc>
                <a:spcPct val="100000"/>
              </a:lnSpc>
              <a:spcBef>
                <a:spcPts val="0"/>
              </a:spcBef>
              <a:spcAft>
                <a:spcPts val="0"/>
              </a:spcAft>
              <a:buSzPts val="900"/>
              <a:buChar char="•"/>
              <a:defRPr>
                <a:solidFill>
                  <a:schemeClr val="dk2"/>
                </a:solidFill>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20" name="Google Shape;220;p37"/>
          <p:cNvSpPr txBox="1"/>
          <p:nvPr>
            <p:ph idx="3" type="body"/>
          </p:nvPr>
        </p:nvSpPr>
        <p:spPr>
          <a:xfrm>
            <a:off x="6181130" y="3378171"/>
            <a:ext cx="2703300" cy="150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a:solidFill>
                  <a:schemeClr val="dk2"/>
                </a:solidFill>
              </a:defRPr>
            </a:lvl1pPr>
            <a:lvl2pPr indent="-285750" lvl="1" marL="914400" algn="l">
              <a:lnSpc>
                <a:spcPct val="100000"/>
              </a:lnSpc>
              <a:spcBef>
                <a:spcPts val="0"/>
              </a:spcBef>
              <a:spcAft>
                <a:spcPts val="0"/>
              </a:spcAft>
              <a:buClr>
                <a:schemeClr val="dk2"/>
              </a:buClr>
              <a:buSzPts val="900"/>
              <a:buChar char="•"/>
              <a:defRPr>
                <a:solidFill>
                  <a:schemeClr val="dk2"/>
                </a:solidFill>
              </a:defRPr>
            </a:lvl2pPr>
            <a:lvl3pPr indent="-285750" lvl="2" marL="1371600" algn="l">
              <a:lnSpc>
                <a:spcPct val="100000"/>
              </a:lnSpc>
              <a:spcBef>
                <a:spcPts val="0"/>
              </a:spcBef>
              <a:spcAft>
                <a:spcPts val="0"/>
              </a:spcAft>
              <a:buSzPts val="900"/>
              <a:buChar char="•"/>
              <a:defRPr>
                <a:solidFill>
                  <a:schemeClr val="dk2"/>
                </a:solidFill>
              </a:defRPr>
            </a:lvl3pPr>
            <a:lvl4pPr indent="-285750" lvl="3" marL="1828800" algn="l">
              <a:lnSpc>
                <a:spcPct val="100000"/>
              </a:lnSpc>
              <a:spcBef>
                <a:spcPts val="0"/>
              </a:spcBef>
              <a:spcAft>
                <a:spcPts val="0"/>
              </a:spcAft>
              <a:buSzPts val="900"/>
              <a:buChar char="•"/>
              <a:defRPr>
                <a:solidFill>
                  <a:schemeClr val="dk2"/>
                </a:solidFill>
              </a:defRPr>
            </a:lvl4pPr>
            <a:lvl5pPr indent="-285750" lvl="4" marL="2286000" algn="l">
              <a:lnSpc>
                <a:spcPct val="100000"/>
              </a:lnSpc>
              <a:spcBef>
                <a:spcPts val="0"/>
              </a:spcBef>
              <a:spcAft>
                <a:spcPts val="0"/>
              </a:spcAft>
              <a:buSzPts val="900"/>
              <a:buChar char="•"/>
              <a:defRPr>
                <a:solidFill>
                  <a:schemeClr val="dk2"/>
                </a:solidFill>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21" name="Google Shape;221;p37"/>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2" name="Google Shape;222;p37"/>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Text" type="obj">
  <p:cSld name="OBJECT">
    <p:spTree>
      <p:nvGrpSpPr>
        <p:cNvPr id="223" name="Shape 223"/>
        <p:cNvGrpSpPr/>
        <p:nvPr/>
      </p:nvGrpSpPr>
      <p:grpSpPr>
        <a:xfrm>
          <a:off x="0" y="0"/>
          <a:ext cx="0" cy="0"/>
          <a:chOff x="0" y="0"/>
          <a:chExt cx="0" cy="0"/>
        </a:xfrm>
      </p:grpSpPr>
      <p:sp>
        <p:nvSpPr>
          <p:cNvPr id="224" name="Google Shape;224;p38"/>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5" name="Google Shape;225;p38"/>
          <p:cNvSpPr txBox="1"/>
          <p:nvPr>
            <p:ph type="title"/>
          </p:nvPr>
        </p:nvSpPr>
        <p:spPr>
          <a:xfrm>
            <a:off x="255532" y="716435"/>
            <a:ext cx="2704800" cy="1855200"/>
          </a:xfrm>
          <a:prstGeom prst="rect">
            <a:avLst/>
          </a:prstGeom>
          <a:noFill/>
          <a:ln>
            <a:noFill/>
          </a:ln>
        </p:spPr>
        <p:txBody>
          <a:bodyPr anchorCtr="0" anchor="t" bIns="0" lIns="0" spcFirstLastPara="1" rIns="0" wrap="square" tIns="0">
            <a:noAutofit/>
          </a:bodyPr>
          <a:lstStyle>
            <a:lvl1pPr lvl="0" algn="l">
              <a:lnSpc>
                <a:spcPct val="86000"/>
              </a:lnSpc>
              <a:spcBef>
                <a:spcPts val="0"/>
              </a:spcBef>
              <a:spcAft>
                <a:spcPts val="0"/>
              </a:spcAft>
              <a:buClr>
                <a:schemeClr val="dk1"/>
              </a:buClr>
              <a:buSzPts val="3800"/>
              <a:buFont typeface="Libre Franklin SemiBold"/>
              <a:buNone/>
              <a:defRPr>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6" name="Google Shape;226;p38"/>
          <p:cNvSpPr txBox="1"/>
          <p:nvPr>
            <p:ph idx="1" type="body"/>
          </p:nvPr>
        </p:nvSpPr>
        <p:spPr>
          <a:xfrm>
            <a:off x="3219994" y="1738064"/>
            <a:ext cx="2704800" cy="31344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1400"/>
              </a:spcBef>
              <a:spcAft>
                <a:spcPts val="0"/>
              </a:spcAft>
              <a:buClr>
                <a:schemeClr val="dk2"/>
              </a:buClr>
              <a:buSzPts val="1100"/>
              <a:buFont typeface="Libre Franklin SemiBold"/>
              <a:buAutoNum type="arabicPeriod"/>
              <a:defRPr>
                <a:solidFill>
                  <a:schemeClr val="dk2"/>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27" name="Google Shape;227;p38"/>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8" name="Google Shape;228;p38"/>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Title">
  <p:cSld name="Content and Title">
    <p:spTree>
      <p:nvGrpSpPr>
        <p:cNvPr id="229" name="Shape 229"/>
        <p:cNvGrpSpPr/>
        <p:nvPr/>
      </p:nvGrpSpPr>
      <p:grpSpPr>
        <a:xfrm>
          <a:off x="0" y="0"/>
          <a:ext cx="0" cy="0"/>
          <a:chOff x="0" y="0"/>
          <a:chExt cx="0" cy="0"/>
        </a:xfrm>
      </p:grpSpPr>
      <p:sp>
        <p:nvSpPr>
          <p:cNvPr id="230" name="Google Shape;230;p39"/>
          <p:cNvSpPr txBox="1"/>
          <p:nvPr>
            <p:ph idx="11" type="ftr"/>
          </p:nvPr>
        </p:nvSpPr>
        <p:spPr>
          <a:xfrm>
            <a:off x="247576" y="237292"/>
            <a:ext cx="59352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1" name="Google Shape;231;p39"/>
          <p:cNvSpPr txBox="1"/>
          <p:nvPr>
            <p:ph type="title"/>
          </p:nvPr>
        </p:nvSpPr>
        <p:spPr>
          <a:xfrm>
            <a:off x="258290" y="2430556"/>
            <a:ext cx="5740200" cy="2568000"/>
          </a:xfrm>
          <a:prstGeom prst="rect">
            <a:avLst/>
          </a:prstGeom>
          <a:noFill/>
          <a:ln>
            <a:noFill/>
          </a:ln>
        </p:spPr>
        <p:txBody>
          <a:bodyPr anchorCtr="0" anchor="b" bIns="0" lIns="0" spcFirstLastPara="1" rIns="0" wrap="square" tIns="0">
            <a:noAutofit/>
          </a:bodyPr>
          <a:lstStyle>
            <a:lvl1pPr lvl="0" algn="l">
              <a:lnSpc>
                <a:spcPct val="75000"/>
              </a:lnSpc>
              <a:spcBef>
                <a:spcPts val="0"/>
              </a:spcBef>
              <a:spcAft>
                <a:spcPts val="0"/>
              </a:spcAft>
              <a:buClr>
                <a:schemeClr val="dk1"/>
              </a:buClr>
              <a:buSzPts val="2900"/>
              <a:buFont typeface="Libre Franklin SemiBold"/>
              <a:buNone/>
              <a:defRPr sz="29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2" name="Google Shape;232;p39"/>
          <p:cNvSpPr txBox="1"/>
          <p:nvPr>
            <p:ph idx="1" type="body"/>
          </p:nvPr>
        </p:nvSpPr>
        <p:spPr>
          <a:xfrm>
            <a:off x="6182665" y="249791"/>
            <a:ext cx="2704800" cy="4633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a:solidFill>
                  <a:schemeClr val="dk2"/>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33" name="Google Shape;233;p39"/>
          <p:cNvSpPr txBox="1"/>
          <p:nvPr>
            <p:ph idx="10" type="dt"/>
          </p:nvPr>
        </p:nvSpPr>
        <p:spPr>
          <a:xfrm>
            <a:off x="-13716" y="5157216"/>
            <a:ext cx="6900" cy="6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4" name="Google Shape;234;p39"/>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Content">
  <p:cSld name="Title and Large Content">
    <p:spTree>
      <p:nvGrpSpPr>
        <p:cNvPr id="235" name="Shape 235"/>
        <p:cNvGrpSpPr/>
        <p:nvPr/>
      </p:nvGrpSpPr>
      <p:grpSpPr>
        <a:xfrm>
          <a:off x="0" y="0"/>
          <a:ext cx="0" cy="0"/>
          <a:chOff x="0" y="0"/>
          <a:chExt cx="0" cy="0"/>
        </a:xfrm>
      </p:grpSpPr>
      <p:sp>
        <p:nvSpPr>
          <p:cNvPr id="236" name="Google Shape;236;p40"/>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7" name="Google Shape;237;p40"/>
          <p:cNvSpPr txBox="1"/>
          <p:nvPr>
            <p:ph type="title"/>
          </p:nvPr>
        </p:nvSpPr>
        <p:spPr>
          <a:xfrm>
            <a:off x="255532" y="761261"/>
            <a:ext cx="8634300" cy="5799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8" name="Google Shape;238;p40"/>
          <p:cNvSpPr txBox="1"/>
          <p:nvPr>
            <p:ph idx="1" type="body"/>
          </p:nvPr>
        </p:nvSpPr>
        <p:spPr>
          <a:xfrm>
            <a:off x="253746" y="1341240"/>
            <a:ext cx="8634300" cy="353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a:solidFill>
                  <a:schemeClr val="dk2"/>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39" name="Google Shape;239;p40"/>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0" name="Google Shape;240;p40"/>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41" name="Shape 241"/>
        <p:cNvGrpSpPr/>
        <p:nvPr/>
      </p:nvGrpSpPr>
      <p:grpSpPr>
        <a:xfrm>
          <a:off x="0" y="0"/>
          <a:ext cx="0" cy="0"/>
          <a:chOff x="0" y="0"/>
          <a:chExt cx="0" cy="0"/>
        </a:xfrm>
      </p:grpSpPr>
      <p:sp>
        <p:nvSpPr>
          <p:cNvPr id="242" name="Google Shape;242;p41"/>
          <p:cNvSpPr/>
          <p:nvPr/>
        </p:nvSpPr>
        <p:spPr>
          <a:xfrm>
            <a:off x="-6858" y="-6858"/>
            <a:ext cx="9155400" cy="1338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ibre Franklin"/>
              <a:ea typeface="Libre Franklin"/>
              <a:cs typeface="Libre Franklin"/>
              <a:sym typeface="Libre Franklin"/>
            </a:endParaRPr>
          </a:p>
        </p:txBody>
      </p:sp>
      <p:sp>
        <p:nvSpPr>
          <p:cNvPr id="243" name="Google Shape;243;p41"/>
          <p:cNvSpPr/>
          <p:nvPr/>
        </p:nvSpPr>
        <p:spPr>
          <a:xfrm>
            <a:off x="-6858" y="-6858"/>
            <a:ext cx="127800" cy="5157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ibre Franklin"/>
              <a:ea typeface="Libre Franklin"/>
              <a:cs typeface="Libre Franklin"/>
              <a:sym typeface="Libre Franklin"/>
            </a:endParaRPr>
          </a:p>
        </p:txBody>
      </p:sp>
      <p:sp>
        <p:nvSpPr>
          <p:cNvPr id="244" name="Google Shape;244;p41"/>
          <p:cNvSpPr/>
          <p:nvPr/>
        </p:nvSpPr>
        <p:spPr>
          <a:xfrm>
            <a:off x="9020341" y="-6858"/>
            <a:ext cx="127800" cy="5157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ibre Franklin"/>
              <a:ea typeface="Libre Franklin"/>
              <a:cs typeface="Libre Franklin"/>
              <a:sym typeface="Libre Franklin"/>
            </a:endParaRPr>
          </a:p>
        </p:txBody>
      </p:sp>
      <p:sp>
        <p:nvSpPr>
          <p:cNvPr id="245" name="Google Shape;245;p41"/>
          <p:cNvSpPr/>
          <p:nvPr/>
        </p:nvSpPr>
        <p:spPr>
          <a:xfrm>
            <a:off x="-6858" y="5014984"/>
            <a:ext cx="9155400" cy="1338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ibre Franklin"/>
              <a:ea typeface="Libre Franklin"/>
              <a:cs typeface="Libre Franklin"/>
              <a:sym typeface="Libre Franklin"/>
            </a:endParaRPr>
          </a:p>
        </p:txBody>
      </p:sp>
      <p:cxnSp>
        <p:nvCxnSpPr>
          <p:cNvPr id="246" name="Google Shape;246;p41"/>
          <p:cNvCxnSpPr/>
          <p:nvPr/>
        </p:nvCxnSpPr>
        <p:spPr>
          <a:xfrm>
            <a:off x="1244063" y="533364"/>
            <a:ext cx="6651300" cy="0"/>
          </a:xfrm>
          <a:prstGeom prst="straightConnector1">
            <a:avLst/>
          </a:prstGeom>
          <a:noFill/>
          <a:ln cap="flat" cmpd="sng" w="9525">
            <a:solidFill>
              <a:schemeClr val="dk1"/>
            </a:solidFill>
            <a:prstDash val="solid"/>
            <a:round/>
            <a:headEnd len="sm" w="sm" type="none"/>
            <a:tailEnd len="sm" w="sm" type="none"/>
          </a:ln>
        </p:spPr>
      </p:cxnSp>
      <p:cxnSp>
        <p:nvCxnSpPr>
          <p:cNvPr id="247" name="Google Shape;247;p41"/>
          <p:cNvCxnSpPr/>
          <p:nvPr/>
        </p:nvCxnSpPr>
        <p:spPr>
          <a:xfrm>
            <a:off x="1242947" y="1086725"/>
            <a:ext cx="2961300" cy="0"/>
          </a:xfrm>
          <a:prstGeom prst="straightConnector1">
            <a:avLst/>
          </a:prstGeom>
          <a:noFill/>
          <a:ln cap="flat" cmpd="sng" w="7150">
            <a:solidFill>
              <a:srgbClr val="001855"/>
            </a:solidFill>
            <a:prstDash val="solid"/>
            <a:round/>
            <a:headEnd len="sm" w="sm" type="none"/>
            <a:tailEnd len="sm" w="sm" type="none"/>
          </a:ln>
        </p:spPr>
      </p:cxnSp>
      <p:sp>
        <p:nvSpPr>
          <p:cNvPr id="248" name="Google Shape;248;p41"/>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9" name="Google Shape;249;p41"/>
          <p:cNvSpPr txBox="1"/>
          <p:nvPr>
            <p:ph type="title"/>
          </p:nvPr>
        </p:nvSpPr>
        <p:spPr>
          <a:xfrm>
            <a:off x="1228661" y="699458"/>
            <a:ext cx="2977200" cy="3687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1900"/>
              <a:buFont typeface="Libre Franklin SemiBold"/>
              <a:buNone/>
              <a:defRPr sz="1900">
                <a:solidFill>
                  <a:schemeClr val="dk1"/>
                </a:solidFill>
                <a:latin typeface="Libre Franklin SemiBold"/>
                <a:ea typeface="Libre Franklin SemiBold"/>
                <a:cs typeface="Libre Franklin SemiBold"/>
                <a:sym typeface="Libre Franklin SemiBol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0" name="Google Shape;250;p41"/>
          <p:cNvSpPr txBox="1"/>
          <p:nvPr>
            <p:ph idx="1" type="body"/>
          </p:nvPr>
        </p:nvSpPr>
        <p:spPr>
          <a:xfrm>
            <a:off x="1242947" y="1227215"/>
            <a:ext cx="2961300" cy="3651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Font typeface="Libre Franklin SemiBold"/>
              <a:buNone/>
              <a:defRPr sz="900">
                <a:solidFill>
                  <a:schemeClr val="dk1"/>
                </a:solidFill>
                <a:latin typeface="Libre Franklin SemiBold"/>
                <a:ea typeface="Libre Franklin SemiBold"/>
                <a:cs typeface="Libre Franklin SemiBold"/>
                <a:sym typeface="Libre Franklin SemiBold"/>
              </a:defRPr>
            </a:lvl1pPr>
            <a:lvl2pPr indent="-228600" lvl="1" marL="914400" algn="l">
              <a:lnSpc>
                <a:spcPct val="100000"/>
              </a:lnSpc>
              <a:spcBef>
                <a:spcPts val="0"/>
              </a:spcBef>
              <a:spcAft>
                <a:spcPts val="0"/>
              </a:spcAft>
              <a:buSzPts val="800"/>
              <a:buNone/>
              <a:defRPr sz="1100"/>
            </a:lvl2pPr>
            <a:lvl3pPr indent="-228600" lvl="2" marL="1371600" algn="l">
              <a:lnSpc>
                <a:spcPct val="100000"/>
              </a:lnSpc>
              <a:spcBef>
                <a:spcPts val="0"/>
              </a:spcBef>
              <a:spcAft>
                <a:spcPts val="0"/>
              </a:spcAft>
              <a:buSzPts val="700"/>
              <a:buNone/>
              <a:defRPr sz="900"/>
            </a:lvl3pPr>
            <a:lvl4pPr indent="-228600" lvl="3" marL="1828800" algn="l">
              <a:lnSpc>
                <a:spcPct val="100000"/>
              </a:lnSpc>
              <a:spcBef>
                <a:spcPts val="0"/>
              </a:spcBef>
              <a:spcAft>
                <a:spcPts val="0"/>
              </a:spcAft>
              <a:buSzPts val="600"/>
              <a:buNone/>
              <a:defRPr sz="800"/>
            </a:lvl4pPr>
            <a:lvl5pPr indent="-228600" lvl="4" marL="2286000" algn="l">
              <a:lnSpc>
                <a:spcPct val="100000"/>
              </a:lnSpc>
              <a:spcBef>
                <a:spcPts val="0"/>
              </a:spcBef>
              <a:spcAft>
                <a:spcPts val="0"/>
              </a:spcAft>
              <a:buSzPts val="600"/>
              <a:buNone/>
              <a:defRPr sz="800"/>
            </a:lvl5pPr>
            <a:lvl6pPr indent="-228600" lvl="5" marL="2743200" algn="l">
              <a:lnSpc>
                <a:spcPct val="100000"/>
              </a:lnSpc>
              <a:spcBef>
                <a:spcPts val="0"/>
              </a:spcBef>
              <a:spcAft>
                <a:spcPts val="0"/>
              </a:spcAft>
              <a:buSzPts val="600"/>
              <a:buNone/>
              <a:defRPr sz="800"/>
            </a:lvl6pPr>
            <a:lvl7pPr indent="-228600" lvl="6" marL="3200400" algn="l">
              <a:lnSpc>
                <a:spcPct val="100000"/>
              </a:lnSpc>
              <a:spcBef>
                <a:spcPts val="0"/>
              </a:spcBef>
              <a:spcAft>
                <a:spcPts val="0"/>
              </a:spcAft>
              <a:buSzPts val="600"/>
              <a:buNone/>
              <a:defRPr sz="800"/>
            </a:lvl7pPr>
            <a:lvl8pPr indent="-228600" lvl="7" marL="3657600" algn="l">
              <a:lnSpc>
                <a:spcPct val="100000"/>
              </a:lnSpc>
              <a:spcBef>
                <a:spcPts val="0"/>
              </a:spcBef>
              <a:spcAft>
                <a:spcPts val="0"/>
              </a:spcAft>
              <a:buSzPts val="600"/>
              <a:buNone/>
              <a:defRPr sz="800"/>
            </a:lvl8pPr>
            <a:lvl9pPr indent="-228600" lvl="8" marL="4114800" algn="l">
              <a:lnSpc>
                <a:spcPct val="100000"/>
              </a:lnSpc>
              <a:spcBef>
                <a:spcPts val="0"/>
              </a:spcBef>
              <a:spcAft>
                <a:spcPts val="0"/>
              </a:spcAft>
              <a:buSzPts val="600"/>
              <a:buNone/>
              <a:defRPr sz="800"/>
            </a:lvl9pPr>
          </a:lstStyle>
          <a:p/>
        </p:txBody>
      </p:sp>
      <p:sp>
        <p:nvSpPr>
          <p:cNvPr id="251" name="Google Shape;251;p41"/>
          <p:cNvSpPr txBox="1"/>
          <p:nvPr>
            <p:ph idx="2" type="body"/>
          </p:nvPr>
        </p:nvSpPr>
        <p:spPr>
          <a:xfrm>
            <a:off x="4882124" y="2065701"/>
            <a:ext cx="1895100" cy="1993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sz="1100">
                <a:solidFill>
                  <a:schemeClr val="dk2"/>
                </a:solidFill>
              </a:defRPr>
            </a:lvl1pPr>
            <a:lvl2pPr indent="-285750" lvl="1" marL="914400" algn="l">
              <a:lnSpc>
                <a:spcPct val="100000"/>
              </a:lnSpc>
              <a:spcBef>
                <a:spcPts val="0"/>
              </a:spcBef>
              <a:spcAft>
                <a:spcPts val="0"/>
              </a:spcAft>
              <a:buClr>
                <a:schemeClr val="dk2"/>
              </a:buClr>
              <a:buSzPts val="900"/>
              <a:buChar char="•"/>
              <a:defRPr sz="1100"/>
            </a:lvl2pPr>
            <a:lvl3pPr indent="-285750" lvl="2" marL="1371600" algn="l">
              <a:lnSpc>
                <a:spcPct val="100000"/>
              </a:lnSpc>
              <a:spcBef>
                <a:spcPts val="0"/>
              </a:spcBef>
              <a:spcAft>
                <a:spcPts val="0"/>
              </a:spcAft>
              <a:buSzPts val="900"/>
              <a:buChar char="•"/>
              <a:defRPr sz="1100"/>
            </a:lvl3pPr>
            <a:lvl4pPr indent="-285750" lvl="3" marL="1828800" algn="l">
              <a:lnSpc>
                <a:spcPct val="100000"/>
              </a:lnSpc>
              <a:spcBef>
                <a:spcPts val="0"/>
              </a:spcBef>
              <a:spcAft>
                <a:spcPts val="0"/>
              </a:spcAft>
              <a:buSzPts val="900"/>
              <a:buChar char="•"/>
              <a:defRPr sz="1100"/>
            </a:lvl4pPr>
            <a:lvl5pPr indent="-285750" lvl="4" marL="2286000" algn="l">
              <a:lnSpc>
                <a:spcPct val="100000"/>
              </a:lnSpc>
              <a:spcBef>
                <a:spcPts val="0"/>
              </a:spcBef>
              <a:spcAft>
                <a:spcPts val="0"/>
              </a:spcAft>
              <a:buSzPts val="900"/>
              <a:buChar char="•"/>
              <a:defRPr sz="1100"/>
            </a:lvl5pPr>
            <a:lvl6pPr indent="-304800" lvl="5" marL="2743200" algn="l">
              <a:lnSpc>
                <a:spcPct val="100000"/>
              </a:lnSpc>
              <a:spcBef>
                <a:spcPts val="0"/>
              </a:spcBef>
              <a:spcAft>
                <a:spcPts val="0"/>
              </a:spcAft>
              <a:buSzPts val="1200"/>
              <a:buChar char="•"/>
              <a:defRPr sz="1500"/>
            </a:lvl6pPr>
            <a:lvl7pPr indent="-304800" lvl="6" marL="3200400" algn="l">
              <a:lnSpc>
                <a:spcPct val="100000"/>
              </a:lnSpc>
              <a:spcBef>
                <a:spcPts val="0"/>
              </a:spcBef>
              <a:spcAft>
                <a:spcPts val="0"/>
              </a:spcAft>
              <a:buSzPts val="1200"/>
              <a:buChar char="•"/>
              <a:defRPr sz="1500"/>
            </a:lvl7pPr>
            <a:lvl8pPr indent="-304800" lvl="7" marL="3657600" algn="l">
              <a:lnSpc>
                <a:spcPct val="100000"/>
              </a:lnSpc>
              <a:spcBef>
                <a:spcPts val="0"/>
              </a:spcBef>
              <a:spcAft>
                <a:spcPts val="0"/>
              </a:spcAft>
              <a:buSzPts val="1200"/>
              <a:buChar char="•"/>
              <a:defRPr sz="1500"/>
            </a:lvl8pPr>
            <a:lvl9pPr indent="-304800" lvl="8" marL="4114800" algn="l">
              <a:lnSpc>
                <a:spcPct val="100000"/>
              </a:lnSpc>
              <a:spcBef>
                <a:spcPts val="0"/>
              </a:spcBef>
              <a:spcAft>
                <a:spcPts val="0"/>
              </a:spcAft>
              <a:buSzPts val="1200"/>
              <a:buChar char="•"/>
              <a:defRPr sz="1500"/>
            </a:lvl9pPr>
          </a:lstStyle>
          <a:p/>
        </p:txBody>
      </p:sp>
      <p:sp>
        <p:nvSpPr>
          <p:cNvPr id="252" name="Google Shape;252;p41"/>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3" name="Google Shape;253;p41"/>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Alternative" type="twoObj">
  <p:cSld name="TWO_OBJECTS">
    <p:spTree>
      <p:nvGrpSpPr>
        <p:cNvPr id="254" name="Shape 254"/>
        <p:cNvGrpSpPr/>
        <p:nvPr/>
      </p:nvGrpSpPr>
      <p:grpSpPr>
        <a:xfrm>
          <a:off x="0" y="0"/>
          <a:ext cx="0" cy="0"/>
          <a:chOff x="0" y="0"/>
          <a:chExt cx="0" cy="0"/>
        </a:xfrm>
      </p:grpSpPr>
      <p:sp>
        <p:nvSpPr>
          <p:cNvPr id="255" name="Google Shape;255;p42"/>
          <p:cNvSpPr txBox="1"/>
          <p:nvPr>
            <p:ph idx="11" type="ftr"/>
          </p:nvPr>
        </p:nvSpPr>
        <p:spPr>
          <a:xfrm>
            <a:off x="247576" y="237292"/>
            <a:ext cx="46863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6" name="Google Shape;256;p42"/>
          <p:cNvSpPr txBox="1"/>
          <p:nvPr>
            <p:ph type="title"/>
          </p:nvPr>
        </p:nvSpPr>
        <p:spPr>
          <a:xfrm>
            <a:off x="252384" y="851852"/>
            <a:ext cx="3693300" cy="8961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2800"/>
              <a:buFont typeface="Libre Franklin SemiBold"/>
              <a:buNone/>
              <a:defRPr sz="2800">
                <a:solidFill>
                  <a:schemeClr val="dk1"/>
                </a:solidFill>
                <a:latin typeface="Libre Franklin SemiBold"/>
                <a:ea typeface="Libre Franklin SemiBold"/>
                <a:cs typeface="Libre Franklin SemiBold"/>
                <a:sym typeface="Libre Franklin SemiBol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7" name="Google Shape;257;p42"/>
          <p:cNvSpPr txBox="1"/>
          <p:nvPr>
            <p:ph idx="1" type="body"/>
          </p:nvPr>
        </p:nvSpPr>
        <p:spPr>
          <a:xfrm>
            <a:off x="253745" y="1747932"/>
            <a:ext cx="3693300" cy="3128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a:solidFill>
                  <a:schemeClr val="dk2"/>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58" name="Google Shape;258;p42"/>
          <p:cNvSpPr txBox="1"/>
          <p:nvPr>
            <p:ph idx="2" type="body"/>
          </p:nvPr>
        </p:nvSpPr>
        <p:spPr>
          <a:xfrm>
            <a:off x="4861111" y="191621"/>
            <a:ext cx="4125000" cy="4422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a:solidFill>
                  <a:schemeClr val="dk2"/>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59" name="Google Shape;259;p42"/>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0" name="Google Shape;260;p42"/>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and Text">
  <p:cSld name="Three Content and Text">
    <p:spTree>
      <p:nvGrpSpPr>
        <p:cNvPr id="261" name="Shape 261"/>
        <p:cNvGrpSpPr/>
        <p:nvPr/>
      </p:nvGrpSpPr>
      <p:grpSpPr>
        <a:xfrm>
          <a:off x="0" y="0"/>
          <a:ext cx="0" cy="0"/>
          <a:chOff x="0" y="0"/>
          <a:chExt cx="0" cy="0"/>
        </a:xfrm>
      </p:grpSpPr>
      <p:sp>
        <p:nvSpPr>
          <p:cNvPr id="262" name="Google Shape;262;p43"/>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3" name="Google Shape;263;p43"/>
          <p:cNvSpPr txBox="1"/>
          <p:nvPr>
            <p:ph type="title"/>
          </p:nvPr>
        </p:nvSpPr>
        <p:spPr>
          <a:xfrm>
            <a:off x="255532" y="761261"/>
            <a:ext cx="8634300" cy="6954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4" name="Google Shape;264;p43"/>
          <p:cNvSpPr txBox="1"/>
          <p:nvPr>
            <p:ph idx="1" type="body"/>
          </p:nvPr>
        </p:nvSpPr>
        <p:spPr>
          <a:xfrm>
            <a:off x="253747" y="1461953"/>
            <a:ext cx="1500900" cy="1543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a:solidFill>
                  <a:schemeClr val="dk1"/>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65" name="Google Shape;265;p43"/>
          <p:cNvSpPr txBox="1"/>
          <p:nvPr>
            <p:ph idx="2" type="body"/>
          </p:nvPr>
        </p:nvSpPr>
        <p:spPr>
          <a:xfrm>
            <a:off x="268485" y="3380045"/>
            <a:ext cx="2692500" cy="1498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b="1">
                <a:solidFill>
                  <a:schemeClr val="dk1"/>
                </a:solidFill>
              </a:defRPr>
            </a:lvl1pPr>
            <a:lvl2pPr indent="-228600" lvl="1" marL="914400" algn="l">
              <a:lnSpc>
                <a:spcPct val="100000"/>
              </a:lnSpc>
              <a:spcBef>
                <a:spcPts val="0"/>
              </a:spcBef>
              <a:spcAft>
                <a:spcPts val="0"/>
              </a:spcAft>
              <a:buSzPts val="900"/>
              <a:buFont typeface="Libre Franklin"/>
              <a:buNone/>
              <a:defRPr>
                <a:solidFill>
                  <a:schemeClr val="dk1"/>
                </a:solidFill>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66" name="Google Shape;266;p43"/>
          <p:cNvSpPr txBox="1"/>
          <p:nvPr>
            <p:ph idx="3" type="body"/>
          </p:nvPr>
        </p:nvSpPr>
        <p:spPr>
          <a:xfrm>
            <a:off x="3220621" y="1461953"/>
            <a:ext cx="1498800" cy="1543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a:solidFill>
                  <a:schemeClr val="dk1"/>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67" name="Google Shape;267;p43"/>
          <p:cNvSpPr txBox="1"/>
          <p:nvPr>
            <p:ph idx="4" type="body"/>
          </p:nvPr>
        </p:nvSpPr>
        <p:spPr>
          <a:xfrm>
            <a:off x="3220743" y="3380045"/>
            <a:ext cx="2703300" cy="1498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b="1">
                <a:solidFill>
                  <a:schemeClr val="dk1"/>
                </a:solidFill>
              </a:defRPr>
            </a:lvl1pPr>
            <a:lvl2pPr indent="-228600" lvl="1" marL="914400" algn="l">
              <a:lnSpc>
                <a:spcPct val="100000"/>
              </a:lnSpc>
              <a:spcBef>
                <a:spcPts val="0"/>
              </a:spcBef>
              <a:spcAft>
                <a:spcPts val="0"/>
              </a:spcAft>
              <a:buSzPts val="900"/>
              <a:buFont typeface="Libre Franklin"/>
              <a:buNone/>
              <a:defRPr>
                <a:solidFill>
                  <a:schemeClr val="dk1"/>
                </a:solidFill>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68" name="Google Shape;268;p43"/>
          <p:cNvSpPr txBox="1"/>
          <p:nvPr>
            <p:ph idx="5" type="body"/>
          </p:nvPr>
        </p:nvSpPr>
        <p:spPr>
          <a:xfrm>
            <a:off x="6181130" y="1461953"/>
            <a:ext cx="1498800" cy="1543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a:solidFill>
                  <a:schemeClr val="dk1"/>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69" name="Google Shape;269;p43"/>
          <p:cNvSpPr txBox="1"/>
          <p:nvPr>
            <p:ph idx="6" type="body"/>
          </p:nvPr>
        </p:nvSpPr>
        <p:spPr>
          <a:xfrm>
            <a:off x="6180395" y="3380045"/>
            <a:ext cx="2708700" cy="1498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b="1">
                <a:solidFill>
                  <a:schemeClr val="dk1"/>
                </a:solidFill>
              </a:defRPr>
            </a:lvl1pPr>
            <a:lvl2pPr indent="-228600" lvl="1" marL="914400" algn="l">
              <a:lnSpc>
                <a:spcPct val="100000"/>
              </a:lnSpc>
              <a:spcBef>
                <a:spcPts val="0"/>
              </a:spcBef>
              <a:spcAft>
                <a:spcPts val="0"/>
              </a:spcAft>
              <a:buSzPts val="900"/>
              <a:buFont typeface="Libre Franklin"/>
              <a:buNone/>
              <a:defRPr>
                <a:solidFill>
                  <a:schemeClr val="dk1"/>
                </a:solidFill>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70" name="Google Shape;270;p43"/>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1" name="Google Shape;271;p43"/>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nd Content">
  <p:cSld name="Picture and Content">
    <p:spTree>
      <p:nvGrpSpPr>
        <p:cNvPr id="272" name="Shape 272"/>
        <p:cNvGrpSpPr/>
        <p:nvPr/>
      </p:nvGrpSpPr>
      <p:grpSpPr>
        <a:xfrm>
          <a:off x="0" y="0"/>
          <a:ext cx="0" cy="0"/>
          <a:chOff x="0" y="0"/>
          <a:chExt cx="0" cy="0"/>
        </a:xfrm>
      </p:grpSpPr>
      <p:sp>
        <p:nvSpPr>
          <p:cNvPr id="273" name="Google Shape;273;p44"/>
          <p:cNvSpPr/>
          <p:nvPr>
            <p:ph idx="2" type="pic"/>
          </p:nvPr>
        </p:nvSpPr>
        <p:spPr>
          <a:xfrm>
            <a:off x="-6858" y="-6858"/>
            <a:ext cx="4210800" cy="5157300"/>
          </a:xfrm>
          <a:prstGeom prst="rect">
            <a:avLst/>
          </a:prstGeom>
          <a:noFill/>
          <a:ln>
            <a:noFill/>
          </a:ln>
        </p:spPr>
      </p:sp>
      <p:sp>
        <p:nvSpPr>
          <p:cNvPr id="274" name="Google Shape;274;p44"/>
          <p:cNvSpPr txBox="1"/>
          <p:nvPr>
            <p:ph type="title"/>
          </p:nvPr>
        </p:nvSpPr>
        <p:spPr>
          <a:xfrm>
            <a:off x="5174374" y="1090116"/>
            <a:ext cx="2983500" cy="1443300"/>
          </a:xfrm>
          <a:prstGeom prst="rect">
            <a:avLst/>
          </a:prstGeom>
          <a:noFill/>
          <a:ln>
            <a:noFill/>
          </a:ln>
        </p:spPr>
        <p:txBody>
          <a:bodyPr anchorCtr="0" anchor="b" bIns="0" lIns="0" spcFirstLastPara="1" rIns="0" wrap="square" tIns="0">
            <a:noAutofit/>
          </a:bodyPr>
          <a:lstStyle>
            <a:lvl1pPr lvl="0" algn="l">
              <a:lnSpc>
                <a:spcPct val="76000"/>
              </a:lnSpc>
              <a:spcBef>
                <a:spcPts val="0"/>
              </a:spcBef>
              <a:spcAft>
                <a:spcPts val="0"/>
              </a:spcAft>
              <a:buClr>
                <a:schemeClr val="dk1"/>
              </a:buClr>
              <a:buSzPts val="2800"/>
              <a:buFont typeface="Libre Franklin SemiBold"/>
              <a:buNone/>
              <a:defRPr sz="2800">
                <a:solidFill>
                  <a:schemeClr val="dk1"/>
                </a:solidFill>
                <a:latin typeface="Libre Franklin SemiBold"/>
                <a:ea typeface="Libre Franklin SemiBold"/>
                <a:cs typeface="Libre Franklin SemiBold"/>
                <a:sym typeface="Libre Franklin SemiBol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5" name="Google Shape;275;p44"/>
          <p:cNvSpPr txBox="1"/>
          <p:nvPr>
            <p:ph idx="1" type="body"/>
          </p:nvPr>
        </p:nvSpPr>
        <p:spPr>
          <a:xfrm>
            <a:off x="5195805" y="2703938"/>
            <a:ext cx="2962200" cy="2174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a:solidFill>
                  <a:schemeClr val="dk1"/>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76" name="Google Shape;276;p44"/>
          <p:cNvSpPr txBox="1"/>
          <p:nvPr>
            <p:ph idx="10" type="dt"/>
          </p:nvPr>
        </p:nvSpPr>
        <p:spPr>
          <a:xfrm>
            <a:off x="-13716" y="5157216"/>
            <a:ext cx="6900" cy="6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7" name="Google Shape;277;p44"/>
          <p:cNvSpPr txBox="1"/>
          <p:nvPr>
            <p:ph idx="11" type="ftr"/>
          </p:nvPr>
        </p:nvSpPr>
        <p:spPr>
          <a:xfrm>
            <a:off x="-13716" y="-13716"/>
            <a:ext cx="6900" cy="6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8" name="Google Shape;278;p44"/>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nd Content Alternative">
  <p:cSld name="Picture and Content Alternative">
    <p:spTree>
      <p:nvGrpSpPr>
        <p:cNvPr id="279" name="Shape 279"/>
        <p:cNvGrpSpPr/>
        <p:nvPr/>
      </p:nvGrpSpPr>
      <p:grpSpPr>
        <a:xfrm>
          <a:off x="0" y="0"/>
          <a:ext cx="0" cy="0"/>
          <a:chOff x="0" y="0"/>
          <a:chExt cx="0" cy="0"/>
        </a:xfrm>
      </p:grpSpPr>
      <p:sp>
        <p:nvSpPr>
          <p:cNvPr id="280" name="Google Shape;280;p45"/>
          <p:cNvSpPr/>
          <p:nvPr>
            <p:ph idx="2" type="pic"/>
          </p:nvPr>
        </p:nvSpPr>
        <p:spPr>
          <a:xfrm>
            <a:off x="-7144" y="-8644"/>
            <a:ext cx="4177500" cy="5159100"/>
          </a:xfrm>
          <a:prstGeom prst="rect">
            <a:avLst/>
          </a:prstGeom>
          <a:noFill/>
          <a:ln>
            <a:noFill/>
          </a:ln>
        </p:spPr>
      </p:sp>
      <p:sp>
        <p:nvSpPr>
          <p:cNvPr id="281" name="Google Shape;281;p45"/>
          <p:cNvSpPr txBox="1"/>
          <p:nvPr>
            <p:ph type="title"/>
          </p:nvPr>
        </p:nvSpPr>
        <p:spPr>
          <a:xfrm>
            <a:off x="5174374" y="1090116"/>
            <a:ext cx="2983500" cy="1443300"/>
          </a:xfrm>
          <a:prstGeom prst="rect">
            <a:avLst/>
          </a:prstGeom>
          <a:noFill/>
          <a:ln>
            <a:noFill/>
          </a:ln>
        </p:spPr>
        <p:txBody>
          <a:bodyPr anchorCtr="0" anchor="b" bIns="0" lIns="0" spcFirstLastPara="1" rIns="0" wrap="square" tIns="0">
            <a:noAutofit/>
          </a:bodyPr>
          <a:lstStyle>
            <a:lvl1pPr lvl="0" algn="l">
              <a:lnSpc>
                <a:spcPct val="76000"/>
              </a:lnSpc>
              <a:spcBef>
                <a:spcPts val="0"/>
              </a:spcBef>
              <a:spcAft>
                <a:spcPts val="0"/>
              </a:spcAft>
              <a:buClr>
                <a:schemeClr val="dk1"/>
              </a:buClr>
              <a:buSzPts val="2800"/>
              <a:buFont typeface="Libre Franklin SemiBold"/>
              <a:buNone/>
              <a:defRPr sz="2800">
                <a:solidFill>
                  <a:schemeClr val="dk1"/>
                </a:solidFill>
                <a:latin typeface="Libre Franklin SemiBold"/>
                <a:ea typeface="Libre Franklin SemiBold"/>
                <a:cs typeface="Libre Franklin SemiBold"/>
                <a:sym typeface="Libre Franklin SemiBol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2" name="Google Shape;282;p45"/>
          <p:cNvSpPr txBox="1"/>
          <p:nvPr>
            <p:ph idx="1" type="body"/>
          </p:nvPr>
        </p:nvSpPr>
        <p:spPr>
          <a:xfrm>
            <a:off x="5195805" y="2703938"/>
            <a:ext cx="2962200" cy="2174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a:solidFill>
                  <a:schemeClr val="dk1"/>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83" name="Google Shape;283;p45"/>
          <p:cNvSpPr txBox="1"/>
          <p:nvPr>
            <p:ph idx="10" type="dt"/>
          </p:nvPr>
        </p:nvSpPr>
        <p:spPr>
          <a:xfrm>
            <a:off x="-13716" y="5157216"/>
            <a:ext cx="6900" cy="6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4" name="Google Shape;284;p45"/>
          <p:cNvSpPr txBox="1"/>
          <p:nvPr>
            <p:ph idx="11" type="ftr"/>
          </p:nvPr>
        </p:nvSpPr>
        <p:spPr>
          <a:xfrm>
            <a:off x="-13716" y="-13716"/>
            <a:ext cx="6900" cy="6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5" name="Google Shape;285;p45"/>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Picture">
  <p:cSld name="Content and Picture">
    <p:spTree>
      <p:nvGrpSpPr>
        <p:cNvPr id="286" name="Shape 286"/>
        <p:cNvGrpSpPr/>
        <p:nvPr/>
      </p:nvGrpSpPr>
      <p:grpSpPr>
        <a:xfrm>
          <a:off x="0" y="0"/>
          <a:ext cx="0" cy="0"/>
          <a:chOff x="0" y="0"/>
          <a:chExt cx="0" cy="0"/>
        </a:xfrm>
      </p:grpSpPr>
      <p:sp>
        <p:nvSpPr>
          <p:cNvPr id="287" name="Google Shape;287;p46"/>
          <p:cNvSpPr/>
          <p:nvPr>
            <p:ph idx="2" type="pic"/>
          </p:nvPr>
        </p:nvSpPr>
        <p:spPr>
          <a:xfrm>
            <a:off x="258960" y="1885949"/>
            <a:ext cx="8628600" cy="2997600"/>
          </a:xfrm>
          <a:prstGeom prst="rect">
            <a:avLst/>
          </a:prstGeom>
          <a:noFill/>
          <a:ln>
            <a:noFill/>
          </a:ln>
        </p:spPr>
      </p:sp>
      <p:sp>
        <p:nvSpPr>
          <p:cNvPr id="288" name="Google Shape;288;p46"/>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9" name="Google Shape;289;p46"/>
          <p:cNvSpPr txBox="1"/>
          <p:nvPr>
            <p:ph type="title"/>
          </p:nvPr>
        </p:nvSpPr>
        <p:spPr>
          <a:xfrm>
            <a:off x="252509" y="563487"/>
            <a:ext cx="8641500" cy="5709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2800"/>
              <a:buFont typeface="Libre Franklin SemiBold"/>
              <a:buNone/>
              <a:defRPr sz="2800">
                <a:solidFill>
                  <a:schemeClr val="dk1"/>
                </a:solidFill>
                <a:latin typeface="Libre Franklin SemiBold"/>
                <a:ea typeface="Libre Franklin SemiBold"/>
                <a:cs typeface="Libre Franklin SemiBold"/>
                <a:sym typeface="Libre Franklin SemiBol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0" name="Google Shape;290;p46"/>
          <p:cNvSpPr txBox="1"/>
          <p:nvPr>
            <p:ph idx="1" type="body"/>
          </p:nvPr>
        </p:nvSpPr>
        <p:spPr>
          <a:xfrm>
            <a:off x="254247" y="1204211"/>
            <a:ext cx="3697800" cy="642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a:solidFill>
                  <a:schemeClr val="dk2"/>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91" name="Google Shape;291;p46"/>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2" name="Google Shape;292;p46"/>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ictures and Content">
  <p:cSld name="Two Pictures and Content">
    <p:spTree>
      <p:nvGrpSpPr>
        <p:cNvPr id="293" name="Shape 293"/>
        <p:cNvGrpSpPr/>
        <p:nvPr/>
      </p:nvGrpSpPr>
      <p:grpSpPr>
        <a:xfrm>
          <a:off x="0" y="0"/>
          <a:ext cx="0" cy="0"/>
          <a:chOff x="0" y="0"/>
          <a:chExt cx="0" cy="0"/>
        </a:xfrm>
      </p:grpSpPr>
      <p:sp>
        <p:nvSpPr>
          <p:cNvPr id="294" name="Google Shape;294;p47"/>
          <p:cNvSpPr/>
          <p:nvPr>
            <p:ph idx="2" type="pic"/>
          </p:nvPr>
        </p:nvSpPr>
        <p:spPr>
          <a:xfrm>
            <a:off x="-6858" y="-6858"/>
            <a:ext cx="4939500" cy="2434200"/>
          </a:xfrm>
          <a:prstGeom prst="rect">
            <a:avLst/>
          </a:prstGeom>
          <a:noFill/>
          <a:ln>
            <a:noFill/>
          </a:ln>
        </p:spPr>
      </p:sp>
      <p:sp>
        <p:nvSpPr>
          <p:cNvPr id="295" name="Google Shape;295;p47"/>
          <p:cNvSpPr/>
          <p:nvPr>
            <p:ph idx="3" type="pic"/>
          </p:nvPr>
        </p:nvSpPr>
        <p:spPr>
          <a:xfrm>
            <a:off x="-6858" y="2715815"/>
            <a:ext cx="4943400" cy="2434500"/>
          </a:xfrm>
          <a:prstGeom prst="rect">
            <a:avLst/>
          </a:prstGeom>
          <a:noFill/>
          <a:ln>
            <a:noFill/>
          </a:ln>
        </p:spPr>
      </p:sp>
      <p:sp>
        <p:nvSpPr>
          <p:cNvPr id="296" name="Google Shape;296;p47"/>
          <p:cNvSpPr txBox="1"/>
          <p:nvPr>
            <p:ph type="title"/>
          </p:nvPr>
        </p:nvSpPr>
        <p:spPr>
          <a:xfrm>
            <a:off x="5174374" y="1090116"/>
            <a:ext cx="2983500" cy="1443300"/>
          </a:xfrm>
          <a:prstGeom prst="rect">
            <a:avLst/>
          </a:prstGeom>
          <a:noFill/>
          <a:ln>
            <a:noFill/>
          </a:ln>
        </p:spPr>
        <p:txBody>
          <a:bodyPr anchorCtr="0" anchor="b" bIns="0" lIns="0" spcFirstLastPara="1" rIns="0" wrap="square" tIns="0">
            <a:noAutofit/>
          </a:bodyPr>
          <a:lstStyle>
            <a:lvl1pPr lvl="0" algn="l">
              <a:lnSpc>
                <a:spcPct val="76000"/>
              </a:lnSpc>
              <a:spcBef>
                <a:spcPts val="0"/>
              </a:spcBef>
              <a:spcAft>
                <a:spcPts val="0"/>
              </a:spcAft>
              <a:buClr>
                <a:schemeClr val="dk1"/>
              </a:buClr>
              <a:buSzPts val="2800"/>
              <a:buFont typeface="Libre Franklin SemiBold"/>
              <a:buNone/>
              <a:defRPr sz="2800">
                <a:solidFill>
                  <a:schemeClr val="dk1"/>
                </a:solidFill>
                <a:latin typeface="Libre Franklin SemiBold"/>
                <a:ea typeface="Libre Franklin SemiBold"/>
                <a:cs typeface="Libre Franklin SemiBold"/>
                <a:sym typeface="Libre Franklin SemiBol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7" name="Google Shape;297;p47"/>
          <p:cNvSpPr txBox="1"/>
          <p:nvPr>
            <p:ph idx="1" type="body"/>
          </p:nvPr>
        </p:nvSpPr>
        <p:spPr>
          <a:xfrm>
            <a:off x="5195805" y="2703938"/>
            <a:ext cx="2962200" cy="2174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a:solidFill>
                  <a:schemeClr val="dk1"/>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98" name="Google Shape;298;p47"/>
          <p:cNvSpPr txBox="1"/>
          <p:nvPr>
            <p:ph idx="10" type="dt"/>
          </p:nvPr>
        </p:nvSpPr>
        <p:spPr>
          <a:xfrm>
            <a:off x="-13716" y="5157216"/>
            <a:ext cx="6900" cy="6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9" name="Google Shape;299;p47"/>
          <p:cNvSpPr txBox="1"/>
          <p:nvPr>
            <p:ph idx="11" type="ftr"/>
          </p:nvPr>
        </p:nvSpPr>
        <p:spPr>
          <a:xfrm>
            <a:off x="-13716" y="-13716"/>
            <a:ext cx="6900" cy="6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0" name="Google Shape;300;p47"/>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Three Pictures">
  <p:cSld name="Content and Three Pictures">
    <p:spTree>
      <p:nvGrpSpPr>
        <p:cNvPr id="301" name="Shape 301"/>
        <p:cNvGrpSpPr/>
        <p:nvPr/>
      </p:nvGrpSpPr>
      <p:grpSpPr>
        <a:xfrm>
          <a:off x="0" y="0"/>
          <a:ext cx="0" cy="0"/>
          <a:chOff x="0" y="0"/>
          <a:chExt cx="0" cy="0"/>
        </a:xfrm>
      </p:grpSpPr>
      <p:sp>
        <p:nvSpPr>
          <p:cNvPr id="302" name="Google Shape;302;p48"/>
          <p:cNvSpPr/>
          <p:nvPr>
            <p:ph idx="2" type="pic"/>
          </p:nvPr>
        </p:nvSpPr>
        <p:spPr>
          <a:xfrm>
            <a:off x="4207241" y="-8644"/>
            <a:ext cx="2350800" cy="2434200"/>
          </a:xfrm>
          <a:prstGeom prst="rect">
            <a:avLst/>
          </a:prstGeom>
          <a:noFill/>
          <a:ln>
            <a:noFill/>
          </a:ln>
        </p:spPr>
      </p:sp>
      <p:sp>
        <p:nvSpPr>
          <p:cNvPr id="303" name="Google Shape;303;p48"/>
          <p:cNvSpPr/>
          <p:nvPr>
            <p:ph idx="3" type="pic"/>
          </p:nvPr>
        </p:nvSpPr>
        <p:spPr>
          <a:xfrm>
            <a:off x="6819305" y="-8644"/>
            <a:ext cx="2336100" cy="2434800"/>
          </a:xfrm>
          <a:prstGeom prst="rect">
            <a:avLst/>
          </a:prstGeom>
          <a:noFill/>
          <a:ln>
            <a:noFill/>
          </a:ln>
        </p:spPr>
      </p:sp>
      <p:sp>
        <p:nvSpPr>
          <p:cNvPr id="304" name="Google Shape;304;p48"/>
          <p:cNvSpPr/>
          <p:nvPr>
            <p:ph idx="4" type="pic"/>
          </p:nvPr>
        </p:nvSpPr>
        <p:spPr>
          <a:xfrm>
            <a:off x="4207241" y="2715815"/>
            <a:ext cx="4943400" cy="2434500"/>
          </a:xfrm>
          <a:prstGeom prst="rect">
            <a:avLst/>
          </a:prstGeom>
          <a:noFill/>
          <a:ln>
            <a:noFill/>
          </a:ln>
        </p:spPr>
      </p:sp>
      <p:sp>
        <p:nvSpPr>
          <p:cNvPr id="305" name="Google Shape;305;p48"/>
          <p:cNvSpPr txBox="1"/>
          <p:nvPr>
            <p:ph type="title"/>
          </p:nvPr>
        </p:nvSpPr>
        <p:spPr>
          <a:xfrm>
            <a:off x="230982" y="1090116"/>
            <a:ext cx="2983500" cy="1443300"/>
          </a:xfrm>
          <a:prstGeom prst="rect">
            <a:avLst/>
          </a:prstGeom>
          <a:noFill/>
          <a:ln>
            <a:noFill/>
          </a:ln>
        </p:spPr>
        <p:txBody>
          <a:bodyPr anchorCtr="0" anchor="b" bIns="0" lIns="0" spcFirstLastPara="1" rIns="0" wrap="square" tIns="0">
            <a:noAutofit/>
          </a:bodyPr>
          <a:lstStyle>
            <a:lvl1pPr lvl="0" algn="l">
              <a:lnSpc>
                <a:spcPct val="76000"/>
              </a:lnSpc>
              <a:spcBef>
                <a:spcPts val="0"/>
              </a:spcBef>
              <a:spcAft>
                <a:spcPts val="0"/>
              </a:spcAft>
              <a:buClr>
                <a:schemeClr val="dk1"/>
              </a:buClr>
              <a:buSzPts val="2800"/>
              <a:buFont typeface="Libre Franklin SemiBold"/>
              <a:buNone/>
              <a:defRPr sz="2800">
                <a:solidFill>
                  <a:schemeClr val="dk1"/>
                </a:solidFill>
                <a:latin typeface="Libre Franklin SemiBold"/>
                <a:ea typeface="Libre Franklin SemiBold"/>
                <a:cs typeface="Libre Franklin SemiBold"/>
                <a:sym typeface="Libre Franklin SemiBol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6" name="Google Shape;306;p48"/>
          <p:cNvSpPr txBox="1"/>
          <p:nvPr>
            <p:ph idx="1" type="body"/>
          </p:nvPr>
        </p:nvSpPr>
        <p:spPr>
          <a:xfrm>
            <a:off x="252413" y="2703938"/>
            <a:ext cx="2962200" cy="2174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a:solidFill>
                  <a:schemeClr val="dk1"/>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07" name="Google Shape;307;p48"/>
          <p:cNvSpPr txBox="1"/>
          <p:nvPr>
            <p:ph idx="10" type="dt"/>
          </p:nvPr>
        </p:nvSpPr>
        <p:spPr>
          <a:xfrm>
            <a:off x="-13716" y="5157216"/>
            <a:ext cx="6900" cy="6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8" name="Google Shape;308;p48"/>
          <p:cNvSpPr txBox="1"/>
          <p:nvPr>
            <p:ph idx="11" type="ftr"/>
          </p:nvPr>
        </p:nvSpPr>
        <p:spPr>
          <a:xfrm>
            <a:off x="-13716" y="-13716"/>
            <a:ext cx="6900" cy="6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9" name="Google Shape;309;p48"/>
          <p:cNvSpPr txBox="1"/>
          <p:nvPr>
            <p:ph idx="12" type="sldNum"/>
          </p:nvPr>
        </p:nvSpPr>
        <p:spPr>
          <a:xfrm>
            <a:off x="9155430" y="5157216"/>
            <a:ext cx="6900" cy="6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Pictures and Content">
  <p:cSld name="Four Pictures and Content">
    <p:spTree>
      <p:nvGrpSpPr>
        <p:cNvPr id="310" name="Shape 310"/>
        <p:cNvGrpSpPr/>
        <p:nvPr/>
      </p:nvGrpSpPr>
      <p:grpSpPr>
        <a:xfrm>
          <a:off x="0" y="0"/>
          <a:ext cx="0" cy="0"/>
          <a:chOff x="0" y="0"/>
          <a:chExt cx="0" cy="0"/>
        </a:xfrm>
      </p:grpSpPr>
      <p:sp>
        <p:nvSpPr>
          <p:cNvPr id="311" name="Google Shape;311;p49"/>
          <p:cNvSpPr/>
          <p:nvPr>
            <p:ph idx="2" type="pic"/>
          </p:nvPr>
        </p:nvSpPr>
        <p:spPr>
          <a:xfrm>
            <a:off x="-6858" y="-6858"/>
            <a:ext cx="1721400" cy="2174100"/>
          </a:xfrm>
          <a:prstGeom prst="rect">
            <a:avLst/>
          </a:prstGeom>
          <a:noFill/>
          <a:ln>
            <a:noFill/>
          </a:ln>
        </p:spPr>
      </p:sp>
      <p:sp>
        <p:nvSpPr>
          <p:cNvPr id="312" name="Google Shape;312;p49"/>
          <p:cNvSpPr/>
          <p:nvPr>
            <p:ph idx="3" type="pic"/>
          </p:nvPr>
        </p:nvSpPr>
        <p:spPr>
          <a:xfrm>
            <a:off x="1976645" y="257768"/>
            <a:ext cx="1714500" cy="2167200"/>
          </a:xfrm>
          <a:prstGeom prst="rect">
            <a:avLst/>
          </a:prstGeom>
          <a:noFill/>
          <a:ln>
            <a:noFill/>
          </a:ln>
        </p:spPr>
      </p:sp>
      <p:sp>
        <p:nvSpPr>
          <p:cNvPr id="313" name="Google Shape;313;p49"/>
          <p:cNvSpPr/>
          <p:nvPr>
            <p:ph idx="4" type="pic"/>
          </p:nvPr>
        </p:nvSpPr>
        <p:spPr>
          <a:xfrm>
            <a:off x="-6858" y="2430064"/>
            <a:ext cx="1721400" cy="2167200"/>
          </a:xfrm>
          <a:prstGeom prst="rect">
            <a:avLst/>
          </a:prstGeom>
          <a:noFill/>
          <a:ln>
            <a:noFill/>
          </a:ln>
        </p:spPr>
      </p:sp>
      <p:sp>
        <p:nvSpPr>
          <p:cNvPr id="314" name="Google Shape;314;p49"/>
          <p:cNvSpPr/>
          <p:nvPr>
            <p:ph idx="5" type="pic"/>
          </p:nvPr>
        </p:nvSpPr>
        <p:spPr>
          <a:xfrm>
            <a:off x="1976645" y="2715815"/>
            <a:ext cx="1714500" cy="2167200"/>
          </a:xfrm>
          <a:prstGeom prst="rect">
            <a:avLst/>
          </a:prstGeom>
          <a:noFill/>
          <a:ln>
            <a:noFill/>
          </a:ln>
        </p:spPr>
      </p:sp>
      <p:sp>
        <p:nvSpPr>
          <p:cNvPr id="315" name="Google Shape;315;p49"/>
          <p:cNvSpPr txBox="1"/>
          <p:nvPr>
            <p:ph type="title"/>
          </p:nvPr>
        </p:nvSpPr>
        <p:spPr>
          <a:xfrm>
            <a:off x="5172769" y="1090116"/>
            <a:ext cx="2983500" cy="1443300"/>
          </a:xfrm>
          <a:prstGeom prst="rect">
            <a:avLst/>
          </a:prstGeom>
          <a:noFill/>
          <a:ln>
            <a:noFill/>
          </a:ln>
        </p:spPr>
        <p:txBody>
          <a:bodyPr anchorCtr="0" anchor="b" bIns="0" lIns="0" spcFirstLastPara="1" rIns="0" wrap="square" tIns="0">
            <a:noAutofit/>
          </a:bodyPr>
          <a:lstStyle>
            <a:lvl1pPr lvl="0" algn="l">
              <a:lnSpc>
                <a:spcPct val="76000"/>
              </a:lnSpc>
              <a:spcBef>
                <a:spcPts val="0"/>
              </a:spcBef>
              <a:spcAft>
                <a:spcPts val="0"/>
              </a:spcAft>
              <a:buClr>
                <a:schemeClr val="dk1"/>
              </a:buClr>
              <a:buSzPts val="2800"/>
              <a:buFont typeface="Libre Franklin SemiBold"/>
              <a:buNone/>
              <a:defRPr sz="2800">
                <a:solidFill>
                  <a:schemeClr val="dk1"/>
                </a:solidFill>
                <a:latin typeface="Libre Franklin SemiBold"/>
                <a:ea typeface="Libre Franklin SemiBold"/>
                <a:cs typeface="Libre Franklin SemiBold"/>
                <a:sym typeface="Libre Franklin SemiBol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6" name="Google Shape;316;p49"/>
          <p:cNvSpPr txBox="1"/>
          <p:nvPr>
            <p:ph idx="1" type="body"/>
          </p:nvPr>
        </p:nvSpPr>
        <p:spPr>
          <a:xfrm>
            <a:off x="5194199" y="2703938"/>
            <a:ext cx="2962200" cy="2174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a:solidFill>
                  <a:schemeClr val="dk1"/>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17" name="Google Shape;317;p49"/>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8" name="Google Shape;318;p49"/>
          <p:cNvSpPr txBox="1"/>
          <p:nvPr>
            <p:ph idx="11" type="ftr"/>
          </p:nvPr>
        </p:nvSpPr>
        <p:spPr>
          <a:xfrm>
            <a:off x="-13716" y="-13716"/>
            <a:ext cx="6900" cy="6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9" name="Google Shape;319;p49"/>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solidFill>
                <a:srgbClr val="FF0000"/>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Four Pictures">
  <p:cSld name="Content and Four Pictures">
    <p:spTree>
      <p:nvGrpSpPr>
        <p:cNvPr id="320" name="Shape 320"/>
        <p:cNvGrpSpPr/>
        <p:nvPr/>
      </p:nvGrpSpPr>
      <p:grpSpPr>
        <a:xfrm>
          <a:off x="0" y="0"/>
          <a:ext cx="0" cy="0"/>
          <a:chOff x="0" y="0"/>
          <a:chExt cx="0" cy="0"/>
        </a:xfrm>
      </p:grpSpPr>
      <p:sp>
        <p:nvSpPr>
          <p:cNvPr id="321" name="Google Shape;321;p50"/>
          <p:cNvSpPr/>
          <p:nvPr>
            <p:ph idx="2" type="pic"/>
          </p:nvPr>
        </p:nvSpPr>
        <p:spPr>
          <a:xfrm>
            <a:off x="5196489" y="257768"/>
            <a:ext cx="1714500" cy="2167200"/>
          </a:xfrm>
          <a:prstGeom prst="rect">
            <a:avLst/>
          </a:prstGeom>
          <a:noFill/>
          <a:ln>
            <a:noFill/>
          </a:ln>
        </p:spPr>
      </p:sp>
      <p:sp>
        <p:nvSpPr>
          <p:cNvPr id="322" name="Google Shape;322;p50"/>
          <p:cNvSpPr/>
          <p:nvPr>
            <p:ph idx="3" type="pic"/>
          </p:nvPr>
        </p:nvSpPr>
        <p:spPr>
          <a:xfrm>
            <a:off x="7170560" y="257768"/>
            <a:ext cx="1714500" cy="2167200"/>
          </a:xfrm>
          <a:prstGeom prst="rect">
            <a:avLst/>
          </a:prstGeom>
          <a:noFill/>
          <a:ln>
            <a:noFill/>
          </a:ln>
        </p:spPr>
      </p:sp>
      <p:sp>
        <p:nvSpPr>
          <p:cNvPr id="323" name="Google Shape;323;p50"/>
          <p:cNvSpPr/>
          <p:nvPr>
            <p:ph idx="4" type="pic"/>
          </p:nvPr>
        </p:nvSpPr>
        <p:spPr>
          <a:xfrm>
            <a:off x="5196489" y="2715815"/>
            <a:ext cx="1714500" cy="2167200"/>
          </a:xfrm>
          <a:prstGeom prst="rect">
            <a:avLst/>
          </a:prstGeom>
          <a:noFill/>
          <a:ln>
            <a:noFill/>
          </a:ln>
        </p:spPr>
      </p:sp>
      <p:sp>
        <p:nvSpPr>
          <p:cNvPr id="324" name="Google Shape;324;p50"/>
          <p:cNvSpPr/>
          <p:nvPr>
            <p:ph idx="5" type="pic"/>
          </p:nvPr>
        </p:nvSpPr>
        <p:spPr>
          <a:xfrm>
            <a:off x="7170560" y="2715815"/>
            <a:ext cx="1714500" cy="2167200"/>
          </a:xfrm>
          <a:prstGeom prst="rect">
            <a:avLst/>
          </a:prstGeom>
          <a:noFill/>
          <a:ln>
            <a:noFill/>
          </a:ln>
        </p:spPr>
      </p:sp>
      <p:sp>
        <p:nvSpPr>
          <p:cNvPr id="325" name="Google Shape;325;p50"/>
          <p:cNvSpPr txBox="1"/>
          <p:nvPr>
            <p:ph type="title"/>
          </p:nvPr>
        </p:nvSpPr>
        <p:spPr>
          <a:xfrm>
            <a:off x="230982" y="1090116"/>
            <a:ext cx="2983500" cy="1443300"/>
          </a:xfrm>
          <a:prstGeom prst="rect">
            <a:avLst/>
          </a:prstGeom>
          <a:noFill/>
          <a:ln>
            <a:noFill/>
          </a:ln>
        </p:spPr>
        <p:txBody>
          <a:bodyPr anchorCtr="0" anchor="b" bIns="0" lIns="0" spcFirstLastPara="1" rIns="0" wrap="square" tIns="0">
            <a:noAutofit/>
          </a:bodyPr>
          <a:lstStyle>
            <a:lvl1pPr lvl="0" algn="l">
              <a:lnSpc>
                <a:spcPct val="76000"/>
              </a:lnSpc>
              <a:spcBef>
                <a:spcPts val="0"/>
              </a:spcBef>
              <a:spcAft>
                <a:spcPts val="0"/>
              </a:spcAft>
              <a:buClr>
                <a:schemeClr val="dk1"/>
              </a:buClr>
              <a:buSzPts val="2800"/>
              <a:buFont typeface="Libre Franklin SemiBold"/>
              <a:buNone/>
              <a:defRPr sz="2800">
                <a:solidFill>
                  <a:schemeClr val="dk1"/>
                </a:solidFill>
                <a:latin typeface="Libre Franklin SemiBold"/>
                <a:ea typeface="Libre Franklin SemiBold"/>
                <a:cs typeface="Libre Franklin SemiBold"/>
                <a:sym typeface="Libre Franklin SemiBol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6" name="Google Shape;326;p50"/>
          <p:cNvSpPr txBox="1"/>
          <p:nvPr>
            <p:ph idx="1" type="body"/>
          </p:nvPr>
        </p:nvSpPr>
        <p:spPr>
          <a:xfrm>
            <a:off x="252413" y="2703938"/>
            <a:ext cx="2962200" cy="2174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a:solidFill>
                  <a:schemeClr val="dk1"/>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27" name="Google Shape;327;p50"/>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8" name="Google Shape;328;p50"/>
          <p:cNvSpPr txBox="1"/>
          <p:nvPr>
            <p:ph idx="11" type="ftr"/>
          </p:nvPr>
        </p:nvSpPr>
        <p:spPr>
          <a:xfrm>
            <a:off x="-13716" y="-13716"/>
            <a:ext cx="6900" cy="6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9" name="Google Shape;329;p50"/>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solidFill>
                <a:srgbClr val="FF0000"/>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Pictures and Content">
  <p:cSld name="Six Pictures and Content">
    <p:spTree>
      <p:nvGrpSpPr>
        <p:cNvPr id="330" name="Shape 330"/>
        <p:cNvGrpSpPr/>
        <p:nvPr/>
      </p:nvGrpSpPr>
      <p:grpSpPr>
        <a:xfrm>
          <a:off x="0" y="0"/>
          <a:ext cx="0" cy="0"/>
          <a:chOff x="0" y="0"/>
          <a:chExt cx="0" cy="0"/>
        </a:xfrm>
      </p:grpSpPr>
      <p:sp>
        <p:nvSpPr>
          <p:cNvPr id="331" name="Google Shape;331;p51"/>
          <p:cNvSpPr/>
          <p:nvPr>
            <p:ph idx="2" type="pic"/>
          </p:nvPr>
        </p:nvSpPr>
        <p:spPr>
          <a:xfrm>
            <a:off x="-6858" y="-6858"/>
            <a:ext cx="1248000" cy="1639200"/>
          </a:xfrm>
          <a:prstGeom prst="rect">
            <a:avLst/>
          </a:prstGeom>
          <a:noFill/>
          <a:ln>
            <a:noFill/>
          </a:ln>
        </p:spPr>
      </p:sp>
      <p:sp>
        <p:nvSpPr>
          <p:cNvPr id="332" name="Google Shape;332;p51"/>
          <p:cNvSpPr/>
          <p:nvPr>
            <p:ph idx="3" type="pic"/>
          </p:nvPr>
        </p:nvSpPr>
        <p:spPr>
          <a:xfrm>
            <a:off x="1464709" y="544559"/>
            <a:ext cx="1241400" cy="1632300"/>
          </a:xfrm>
          <a:prstGeom prst="rect">
            <a:avLst/>
          </a:prstGeom>
          <a:noFill/>
          <a:ln>
            <a:noFill/>
          </a:ln>
        </p:spPr>
      </p:sp>
      <p:sp>
        <p:nvSpPr>
          <p:cNvPr id="333" name="Google Shape;333;p51"/>
          <p:cNvSpPr/>
          <p:nvPr>
            <p:ph idx="4" type="pic"/>
          </p:nvPr>
        </p:nvSpPr>
        <p:spPr>
          <a:xfrm>
            <a:off x="-6858" y="1880907"/>
            <a:ext cx="1248000" cy="1632300"/>
          </a:xfrm>
          <a:prstGeom prst="rect">
            <a:avLst/>
          </a:prstGeom>
          <a:noFill/>
          <a:ln>
            <a:noFill/>
          </a:ln>
        </p:spPr>
      </p:sp>
      <p:sp>
        <p:nvSpPr>
          <p:cNvPr id="334" name="Google Shape;334;p51"/>
          <p:cNvSpPr/>
          <p:nvPr>
            <p:ph idx="5" type="pic"/>
          </p:nvPr>
        </p:nvSpPr>
        <p:spPr>
          <a:xfrm>
            <a:off x="1464709" y="2429951"/>
            <a:ext cx="1241400" cy="1632300"/>
          </a:xfrm>
          <a:prstGeom prst="rect">
            <a:avLst/>
          </a:prstGeom>
          <a:noFill/>
          <a:ln>
            <a:noFill/>
          </a:ln>
        </p:spPr>
      </p:sp>
      <p:sp>
        <p:nvSpPr>
          <p:cNvPr id="335" name="Google Shape;335;p51"/>
          <p:cNvSpPr txBox="1"/>
          <p:nvPr>
            <p:ph type="title"/>
          </p:nvPr>
        </p:nvSpPr>
        <p:spPr>
          <a:xfrm>
            <a:off x="5172769" y="1090116"/>
            <a:ext cx="2983500" cy="1443300"/>
          </a:xfrm>
          <a:prstGeom prst="rect">
            <a:avLst/>
          </a:prstGeom>
          <a:noFill/>
          <a:ln>
            <a:noFill/>
          </a:ln>
        </p:spPr>
        <p:txBody>
          <a:bodyPr anchorCtr="0" anchor="b" bIns="0" lIns="0" spcFirstLastPara="1" rIns="0" wrap="square" tIns="0">
            <a:noAutofit/>
          </a:bodyPr>
          <a:lstStyle>
            <a:lvl1pPr lvl="0" algn="l">
              <a:lnSpc>
                <a:spcPct val="76000"/>
              </a:lnSpc>
              <a:spcBef>
                <a:spcPts val="0"/>
              </a:spcBef>
              <a:spcAft>
                <a:spcPts val="0"/>
              </a:spcAft>
              <a:buClr>
                <a:schemeClr val="dk1"/>
              </a:buClr>
              <a:buSzPts val="2800"/>
              <a:buFont typeface="Libre Franklin SemiBold"/>
              <a:buNone/>
              <a:defRPr sz="2800">
                <a:solidFill>
                  <a:schemeClr val="dk1"/>
                </a:solidFill>
                <a:latin typeface="Libre Franklin SemiBold"/>
                <a:ea typeface="Libre Franklin SemiBold"/>
                <a:cs typeface="Libre Franklin SemiBold"/>
                <a:sym typeface="Libre Franklin SemiBol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6" name="Google Shape;336;p51"/>
          <p:cNvSpPr txBox="1"/>
          <p:nvPr>
            <p:ph idx="1" type="body"/>
          </p:nvPr>
        </p:nvSpPr>
        <p:spPr>
          <a:xfrm>
            <a:off x="5194199" y="2703938"/>
            <a:ext cx="2962200" cy="2174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a:solidFill>
                  <a:schemeClr val="dk1"/>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37" name="Google Shape;337;p51"/>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8" name="Google Shape;338;p51"/>
          <p:cNvSpPr txBox="1"/>
          <p:nvPr>
            <p:ph idx="11" type="ftr"/>
          </p:nvPr>
        </p:nvSpPr>
        <p:spPr>
          <a:xfrm>
            <a:off x="-13716" y="-13716"/>
            <a:ext cx="6900" cy="6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9" name="Google Shape;339;p51"/>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solidFill>
                <a:srgbClr val="FF0000"/>
              </a:solidFill>
            </a:endParaRPr>
          </a:p>
        </p:txBody>
      </p:sp>
      <p:sp>
        <p:nvSpPr>
          <p:cNvPr id="340" name="Google Shape;340;p51"/>
          <p:cNvSpPr/>
          <p:nvPr>
            <p:ph idx="6" type="pic"/>
          </p:nvPr>
        </p:nvSpPr>
        <p:spPr>
          <a:xfrm>
            <a:off x="2962274" y="1344810"/>
            <a:ext cx="1241400" cy="1632300"/>
          </a:xfrm>
          <a:prstGeom prst="rect">
            <a:avLst/>
          </a:prstGeom>
          <a:noFill/>
          <a:ln>
            <a:noFill/>
          </a:ln>
        </p:spPr>
      </p:sp>
      <p:sp>
        <p:nvSpPr>
          <p:cNvPr id="341" name="Google Shape;341;p51"/>
          <p:cNvSpPr/>
          <p:nvPr>
            <p:ph idx="7" type="pic"/>
          </p:nvPr>
        </p:nvSpPr>
        <p:spPr>
          <a:xfrm>
            <a:off x="2963466" y="3256359"/>
            <a:ext cx="1241400" cy="1632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bg>
      <p:bgPr>
        <a:solidFill>
          <a:schemeClr val="lt2"/>
        </a:solidFill>
      </p:bgPr>
    </p:bg>
    <p:spTree>
      <p:nvGrpSpPr>
        <p:cNvPr id="342" name="Shape 342"/>
        <p:cNvGrpSpPr/>
        <p:nvPr/>
      </p:nvGrpSpPr>
      <p:grpSpPr>
        <a:xfrm>
          <a:off x="0" y="0"/>
          <a:ext cx="0" cy="0"/>
          <a:chOff x="0" y="0"/>
          <a:chExt cx="0" cy="0"/>
        </a:xfrm>
      </p:grpSpPr>
      <p:sp>
        <p:nvSpPr>
          <p:cNvPr id="343" name="Google Shape;343;p52"/>
          <p:cNvSpPr txBox="1"/>
          <p:nvPr>
            <p:ph type="title"/>
          </p:nvPr>
        </p:nvSpPr>
        <p:spPr>
          <a:xfrm>
            <a:off x="256576" y="1407425"/>
            <a:ext cx="8632500" cy="1168800"/>
          </a:xfrm>
          <a:prstGeom prst="rect">
            <a:avLst/>
          </a:prstGeom>
          <a:noFill/>
          <a:ln>
            <a:noFill/>
          </a:ln>
        </p:spPr>
        <p:txBody>
          <a:bodyPr anchorCtr="0" anchor="b" bIns="0" lIns="0" spcFirstLastPara="1" rIns="0" wrap="square" tIns="0">
            <a:noAutofit/>
          </a:bodyPr>
          <a:lstStyle>
            <a:lvl1pPr lvl="0" algn="l">
              <a:lnSpc>
                <a:spcPct val="76000"/>
              </a:lnSpc>
              <a:spcBef>
                <a:spcPts val="0"/>
              </a:spcBef>
              <a:spcAft>
                <a:spcPts val="0"/>
              </a:spcAft>
              <a:buClr>
                <a:schemeClr val="dk1"/>
              </a:buClr>
              <a:buSzPts val="4700"/>
              <a:buFont typeface="Libre Franklin SemiBold"/>
              <a:buNone/>
              <a:defRPr sz="47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4" name="Google Shape;344;p52"/>
          <p:cNvSpPr txBox="1"/>
          <p:nvPr>
            <p:ph idx="1" type="body"/>
          </p:nvPr>
        </p:nvSpPr>
        <p:spPr>
          <a:xfrm>
            <a:off x="256576" y="2596633"/>
            <a:ext cx="8632500" cy="288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sz="1100">
                <a:solidFill>
                  <a:schemeClr val="dk1"/>
                </a:solidFill>
              </a:defRPr>
            </a:lvl1pPr>
            <a:lvl2pPr indent="-228600" lvl="1" marL="914400" algn="l">
              <a:lnSpc>
                <a:spcPct val="100000"/>
              </a:lnSpc>
              <a:spcBef>
                <a:spcPts val="0"/>
              </a:spcBef>
              <a:spcAft>
                <a:spcPts val="0"/>
              </a:spcAft>
              <a:buSzPts val="1200"/>
              <a:buNone/>
              <a:defRPr sz="1500">
                <a:solidFill>
                  <a:srgbClr val="888888"/>
                </a:solidFill>
              </a:defRPr>
            </a:lvl2pPr>
            <a:lvl3pPr indent="-228600" lvl="2" marL="1371600" algn="l">
              <a:lnSpc>
                <a:spcPct val="100000"/>
              </a:lnSpc>
              <a:spcBef>
                <a:spcPts val="0"/>
              </a:spcBef>
              <a:spcAft>
                <a:spcPts val="0"/>
              </a:spcAft>
              <a:buSzPts val="1100"/>
              <a:buNone/>
              <a:defRPr sz="1400">
                <a:solidFill>
                  <a:srgbClr val="888888"/>
                </a:solidFill>
              </a:defRPr>
            </a:lvl3pPr>
            <a:lvl4pPr indent="-228600" lvl="3" marL="1828800" algn="l">
              <a:lnSpc>
                <a:spcPct val="100000"/>
              </a:lnSpc>
              <a:spcBef>
                <a:spcPts val="0"/>
              </a:spcBef>
              <a:spcAft>
                <a:spcPts val="0"/>
              </a:spcAft>
              <a:buSzPts val="1000"/>
              <a:buNone/>
              <a:defRPr sz="1200">
                <a:solidFill>
                  <a:srgbClr val="888888"/>
                </a:solidFill>
              </a:defRPr>
            </a:lvl4pPr>
            <a:lvl5pPr indent="-228600" lvl="4" marL="2286000" algn="l">
              <a:lnSpc>
                <a:spcPct val="100000"/>
              </a:lnSpc>
              <a:spcBef>
                <a:spcPts val="0"/>
              </a:spcBef>
              <a:spcAft>
                <a:spcPts val="0"/>
              </a:spcAft>
              <a:buSzPts val="1000"/>
              <a:buNone/>
              <a:defRPr sz="1200">
                <a:solidFill>
                  <a:srgbClr val="888888"/>
                </a:solidFill>
              </a:defRPr>
            </a:lvl5pPr>
            <a:lvl6pPr indent="-228600" lvl="5" marL="2743200" algn="l">
              <a:lnSpc>
                <a:spcPct val="100000"/>
              </a:lnSpc>
              <a:spcBef>
                <a:spcPts val="0"/>
              </a:spcBef>
              <a:spcAft>
                <a:spcPts val="0"/>
              </a:spcAft>
              <a:buSzPts val="1000"/>
              <a:buNone/>
              <a:defRPr sz="1200">
                <a:solidFill>
                  <a:srgbClr val="888888"/>
                </a:solidFill>
              </a:defRPr>
            </a:lvl6pPr>
            <a:lvl7pPr indent="-228600" lvl="6" marL="3200400" algn="l">
              <a:lnSpc>
                <a:spcPct val="100000"/>
              </a:lnSpc>
              <a:spcBef>
                <a:spcPts val="0"/>
              </a:spcBef>
              <a:spcAft>
                <a:spcPts val="0"/>
              </a:spcAft>
              <a:buSzPts val="1000"/>
              <a:buNone/>
              <a:defRPr sz="1200">
                <a:solidFill>
                  <a:srgbClr val="888888"/>
                </a:solidFill>
              </a:defRPr>
            </a:lvl7pPr>
            <a:lvl8pPr indent="-228600" lvl="7" marL="3657600" algn="l">
              <a:lnSpc>
                <a:spcPct val="100000"/>
              </a:lnSpc>
              <a:spcBef>
                <a:spcPts val="0"/>
              </a:spcBef>
              <a:spcAft>
                <a:spcPts val="0"/>
              </a:spcAft>
              <a:buSzPts val="1000"/>
              <a:buNone/>
              <a:defRPr sz="1200">
                <a:solidFill>
                  <a:srgbClr val="888888"/>
                </a:solidFill>
              </a:defRPr>
            </a:lvl8pPr>
            <a:lvl9pPr indent="-228600" lvl="8" marL="4114800" algn="l">
              <a:lnSpc>
                <a:spcPct val="100000"/>
              </a:lnSpc>
              <a:spcBef>
                <a:spcPts val="0"/>
              </a:spcBef>
              <a:spcAft>
                <a:spcPts val="0"/>
              </a:spcAft>
              <a:buSzPts val="1000"/>
              <a:buNone/>
              <a:defRPr sz="1200">
                <a:solidFill>
                  <a:srgbClr val="888888"/>
                </a:solidFill>
              </a:defRPr>
            </a:lvl9pPr>
          </a:lstStyle>
          <a:p/>
        </p:txBody>
      </p:sp>
      <p:sp>
        <p:nvSpPr>
          <p:cNvPr id="345" name="Google Shape;345;p52"/>
          <p:cNvSpPr txBox="1"/>
          <p:nvPr>
            <p:ph idx="10" type="dt"/>
          </p:nvPr>
        </p:nvSpPr>
        <p:spPr>
          <a:xfrm>
            <a:off x="-13716" y="5157216"/>
            <a:ext cx="6900" cy="6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sz="100">
                <a:solidFill>
                  <a:srgbClr val="F2F2F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6" name="Google Shape;346;p52"/>
          <p:cNvSpPr txBox="1"/>
          <p:nvPr>
            <p:ph idx="11" type="ftr"/>
          </p:nvPr>
        </p:nvSpPr>
        <p:spPr>
          <a:xfrm>
            <a:off x="-13716" y="-13716"/>
            <a:ext cx="6900" cy="6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sz="1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7" name="Google Shape;347;p52"/>
          <p:cNvSpPr txBox="1"/>
          <p:nvPr>
            <p:ph idx="12" type="sldNum"/>
          </p:nvPr>
        </p:nvSpPr>
        <p:spPr>
          <a:xfrm>
            <a:off x="9155430" y="5157216"/>
            <a:ext cx="6900" cy="6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100"/>
              <a:buFont typeface="Arial"/>
              <a:buNone/>
              <a:defRPr b="0" i="0" sz="100" u="none" cap="none" strike="noStrike">
                <a:solidFill>
                  <a:srgbClr val="F2F2F2"/>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pic>
        <p:nvPicPr>
          <p:cNvPr id="348" name="Google Shape;348;p52"/>
          <p:cNvPicPr preferRelativeResize="0"/>
          <p:nvPr/>
        </p:nvPicPr>
        <p:blipFill rotWithShape="1">
          <a:blip r:embed="rId2">
            <a:alphaModFix/>
          </a:blip>
          <a:srcRect b="0" l="0" r="0" t="0"/>
          <a:stretch/>
        </p:blipFill>
        <p:spPr>
          <a:xfrm>
            <a:off x="7671620" y="4561879"/>
            <a:ext cx="1214438" cy="328613"/>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49" name="Shape 349"/>
        <p:cNvGrpSpPr/>
        <p:nvPr/>
      </p:nvGrpSpPr>
      <p:grpSpPr>
        <a:xfrm>
          <a:off x="0" y="0"/>
          <a:ext cx="0" cy="0"/>
          <a:chOff x="0" y="0"/>
          <a:chExt cx="0" cy="0"/>
        </a:xfrm>
      </p:grpSpPr>
      <p:sp>
        <p:nvSpPr>
          <p:cNvPr id="350" name="Google Shape;350;p53"/>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1" name="Google Shape;351;p53"/>
          <p:cNvSpPr txBox="1"/>
          <p:nvPr>
            <p:ph type="title"/>
          </p:nvPr>
        </p:nvSpPr>
        <p:spPr>
          <a:xfrm>
            <a:off x="255532" y="761261"/>
            <a:ext cx="8634300" cy="9942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2" name="Google Shape;352;p53"/>
          <p:cNvSpPr txBox="1"/>
          <p:nvPr>
            <p:ph idx="1" type="body"/>
          </p:nvPr>
        </p:nvSpPr>
        <p:spPr>
          <a:xfrm>
            <a:off x="253746" y="2036824"/>
            <a:ext cx="8634300" cy="2839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a:solidFill>
                  <a:schemeClr val="dk2"/>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53" name="Google Shape;353;p53"/>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4" name="Google Shape;354;p53"/>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55" name="Shape 355"/>
        <p:cNvGrpSpPr/>
        <p:nvPr/>
      </p:nvGrpSpPr>
      <p:grpSpPr>
        <a:xfrm>
          <a:off x="0" y="0"/>
          <a:ext cx="0" cy="0"/>
          <a:chOff x="0" y="0"/>
          <a:chExt cx="0" cy="0"/>
        </a:xfrm>
      </p:grpSpPr>
      <p:sp>
        <p:nvSpPr>
          <p:cNvPr id="356" name="Google Shape;356;p54"/>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7" name="Google Shape;357;p54"/>
          <p:cNvSpPr txBox="1"/>
          <p:nvPr>
            <p:ph type="title"/>
          </p:nvPr>
        </p:nvSpPr>
        <p:spPr>
          <a:xfrm>
            <a:off x="255532" y="761261"/>
            <a:ext cx="8634300" cy="9942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8" name="Google Shape;358;p54"/>
          <p:cNvSpPr txBox="1"/>
          <p:nvPr>
            <p:ph idx="1" type="body"/>
          </p:nvPr>
        </p:nvSpPr>
        <p:spPr>
          <a:xfrm>
            <a:off x="253745" y="2036826"/>
            <a:ext cx="4187100" cy="2839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a:solidFill>
                  <a:schemeClr val="dk2"/>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59" name="Google Shape;359;p54"/>
          <p:cNvSpPr txBox="1"/>
          <p:nvPr>
            <p:ph idx="2" type="body"/>
          </p:nvPr>
        </p:nvSpPr>
        <p:spPr>
          <a:xfrm>
            <a:off x="4703157" y="2036826"/>
            <a:ext cx="4186200" cy="2839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100"/>
              <a:buFont typeface="Libre Franklin"/>
              <a:buNone/>
              <a:defRPr>
                <a:solidFill>
                  <a:schemeClr val="dk2"/>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60" name="Google Shape;360;p54"/>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1" name="Google Shape;361;p54"/>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and Text Alternative">
  <p:cSld name="Three Content and Text Alternative">
    <p:bg>
      <p:bgPr>
        <a:solidFill>
          <a:schemeClr val="lt2"/>
        </a:solidFill>
      </p:bgPr>
    </p:bg>
    <p:spTree>
      <p:nvGrpSpPr>
        <p:cNvPr id="362" name="Shape 362"/>
        <p:cNvGrpSpPr/>
        <p:nvPr/>
      </p:nvGrpSpPr>
      <p:grpSpPr>
        <a:xfrm>
          <a:off x="0" y="0"/>
          <a:ext cx="0" cy="0"/>
          <a:chOff x="0" y="0"/>
          <a:chExt cx="0" cy="0"/>
        </a:xfrm>
      </p:grpSpPr>
      <p:sp>
        <p:nvSpPr>
          <p:cNvPr id="363" name="Google Shape;363;p55"/>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4" name="Google Shape;364;p55"/>
          <p:cNvSpPr txBox="1"/>
          <p:nvPr>
            <p:ph type="title"/>
          </p:nvPr>
        </p:nvSpPr>
        <p:spPr>
          <a:xfrm>
            <a:off x="255532" y="761261"/>
            <a:ext cx="8634300" cy="6954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5" name="Google Shape;365;p55"/>
          <p:cNvSpPr txBox="1"/>
          <p:nvPr>
            <p:ph idx="1" type="body"/>
          </p:nvPr>
        </p:nvSpPr>
        <p:spPr>
          <a:xfrm>
            <a:off x="253747" y="1461953"/>
            <a:ext cx="1500900" cy="1543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a:solidFill>
                  <a:schemeClr val="dk1"/>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66" name="Google Shape;366;p55"/>
          <p:cNvSpPr txBox="1"/>
          <p:nvPr>
            <p:ph idx="2" type="body"/>
          </p:nvPr>
        </p:nvSpPr>
        <p:spPr>
          <a:xfrm>
            <a:off x="268485" y="3380045"/>
            <a:ext cx="2692500" cy="1498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b="1">
                <a:solidFill>
                  <a:schemeClr val="dk1"/>
                </a:solidFill>
              </a:defRPr>
            </a:lvl1pPr>
            <a:lvl2pPr indent="-228600" lvl="1" marL="914400" algn="l">
              <a:lnSpc>
                <a:spcPct val="100000"/>
              </a:lnSpc>
              <a:spcBef>
                <a:spcPts val="0"/>
              </a:spcBef>
              <a:spcAft>
                <a:spcPts val="0"/>
              </a:spcAft>
              <a:buSzPts val="900"/>
              <a:buFont typeface="Libre Franklin"/>
              <a:buNone/>
              <a:defRPr>
                <a:solidFill>
                  <a:schemeClr val="dk1"/>
                </a:solidFill>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67" name="Google Shape;367;p55"/>
          <p:cNvSpPr txBox="1"/>
          <p:nvPr>
            <p:ph idx="3" type="body"/>
          </p:nvPr>
        </p:nvSpPr>
        <p:spPr>
          <a:xfrm>
            <a:off x="3220621" y="1461953"/>
            <a:ext cx="1498800" cy="1543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a:solidFill>
                  <a:schemeClr val="dk1"/>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68" name="Google Shape;368;p55"/>
          <p:cNvSpPr txBox="1"/>
          <p:nvPr>
            <p:ph idx="4" type="body"/>
          </p:nvPr>
        </p:nvSpPr>
        <p:spPr>
          <a:xfrm>
            <a:off x="3220743" y="3380045"/>
            <a:ext cx="2703300" cy="1498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b="1">
                <a:solidFill>
                  <a:schemeClr val="dk1"/>
                </a:solidFill>
              </a:defRPr>
            </a:lvl1pPr>
            <a:lvl2pPr indent="-228600" lvl="1" marL="914400" algn="l">
              <a:lnSpc>
                <a:spcPct val="100000"/>
              </a:lnSpc>
              <a:spcBef>
                <a:spcPts val="0"/>
              </a:spcBef>
              <a:spcAft>
                <a:spcPts val="0"/>
              </a:spcAft>
              <a:buSzPts val="900"/>
              <a:buFont typeface="Libre Franklin"/>
              <a:buNone/>
              <a:defRPr>
                <a:solidFill>
                  <a:schemeClr val="dk1"/>
                </a:solidFill>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69" name="Google Shape;369;p55"/>
          <p:cNvSpPr txBox="1"/>
          <p:nvPr>
            <p:ph idx="5" type="body"/>
          </p:nvPr>
        </p:nvSpPr>
        <p:spPr>
          <a:xfrm>
            <a:off x="6181130" y="1461953"/>
            <a:ext cx="1498800" cy="1543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a:solidFill>
                  <a:schemeClr val="dk1"/>
                </a:solidFill>
              </a:defRPr>
            </a:lvl1pPr>
            <a:lvl2pPr indent="-285750" lvl="1" marL="914400" algn="l">
              <a:lnSpc>
                <a:spcPct val="100000"/>
              </a:lnSpc>
              <a:spcBef>
                <a:spcPts val="0"/>
              </a:spcBef>
              <a:spcAft>
                <a:spcPts val="0"/>
              </a:spcAft>
              <a:buClr>
                <a:schemeClr val="dk2"/>
              </a:buClr>
              <a:buSzPts val="9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70" name="Google Shape;370;p55"/>
          <p:cNvSpPr txBox="1"/>
          <p:nvPr>
            <p:ph idx="6" type="body"/>
          </p:nvPr>
        </p:nvSpPr>
        <p:spPr>
          <a:xfrm>
            <a:off x="6180395" y="3380045"/>
            <a:ext cx="2708700" cy="1498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Libre Franklin"/>
              <a:buNone/>
              <a:defRPr b="1">
                <a:solidFill>
                  <a:schemeClr val="dk1"/>
                </a:solidFill>
              </a:defRPr>
            </a:lvl1pPr>
            <a:lvl2pPr indent="-228600" lvl="1" marL="914400" algn="l">
              <a:lnSpc>
                <a:spcPct val="100000"/>
              </a:lnSpc>
              <a:spcBef>
                <a:spcPts val="0"/>
              </a:spcBef>
              <a:spcAft>
                <a:spcPts val="0"/>
              </a:spcAft>
              <a:buSzPts val="900"/>
              <a:buFont typeface="Libre Franklin"/>
              <a:buNone/>
              <a:defRPr>
                <a:solidFill>
                  <a:schemeClr val="dk1"/>
                </a:solidFill>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371" name="Google Shape;371;p55"/>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2" name="Google Shape;372;p55"/>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3" name="Shape 373"/>
        <p:cNvGrpSpPr/>
        <p:nvPr/>
      </p:nvGrpSpPr>
      <p:grpSpPr>
        <a:xfrm>
          <a:off x="0" y="0"/>
          <a:ext cx="0" cy="0"/>
          <a:chOff x="0" y="0"/>
          <a:chExt cx="0" cy="0"/>
        </a:xfrm>
      </p:grpSpPr>
      <p:sp>
        <p:nvSpPr>
          <p:cNvPr id="374" name="Google Shape;374;p56"/>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5" name="Google Shape;375;p56"/>
          <p:cNvSpPr txBox="1"/>
          <p:nvPr>
            <p:ph type="title"/>
          </p:nvPr>
        </p:nvSpPr>
        <p:spPr>
          <a:xfrm>
            <a:off x="255532" y="761261"/>
            <a:ext cx="8634300" cy="994200"/>
          </a:xfrm>
          <a:prstGeom prst="rect">
            <a:avLst/>
          </a:prstGeom>
          <a:noFill/>
          <a:ln>
            <a:noFill/>
          </a:ln>
        </p:spPr>
        <p:txBody>
          <a:bodyPr anchorCtr="0" anchor="t" bIns="0" lIns="0" spcFirstLastPara="1" rIns="0" wrap="square" tIns="0">
            <a:noAutofit/>
          </a:bodyPr>
          <a:lstStyle>
            <a:lvl1pPr lvl="0" algn="l">
              <a:lnSpc>
                <a:spcPct val="76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6" name="Google Shape;376;p56"/>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7" name="Google Shape;377;p56"/>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8" name="Shape 378"/>
        <p:cNvGrpSpPr/>
        <p:nvPr/>
      </p:nvGrpSpPr>
      <p:grpSpPr>
        <a:xfrm>
          <a:off x="0" y="0"/>
          <a:ext cx="0" cy="0"/>
          <a:chOff x="0" y="0"/>
          <a:chExt cx="0" cy="0"/>
        </a:xfrm>
      </p:grpSpPr>
      <p:sp>
        <p:nvSpPr>
          <p:cNvPr id="379" name="Google Shape;379;p57"/>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0" name="Google Shape;380;p57"/>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1" name="Google Shape;381;p57"/>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slideLayout" Target="../slideLayouts/slideLayout37.xml"/><Relationship Id="rId14" Type="http://schemas.openxmlformats.org/officeDocument/2006/relationships/slideLayout" Target="../slideLayouts/slideLayout38.xml"/><Relationship Id="rId15" Type="http://schemas.openxmlformats.org/officeDocument/2006/relationships/slideLayout" Target="../slideLayouts/slideLayout39.xml"/><Relationship Id="rId16" Type="http://schemas.openxmlformats.org/officeDocument/2006/relationships/slideLayout" Target="../slideLayouts/slideLayout40.xml"/><Relationship Id="rId17" Type="http://schemas.openxmlformats.org/officeDocument/2006/relationships/slideLayout" Target="../slideLayouts/slideLayout41.xml"/><Relationship Id="rId18" Type="http://schemas.openxmlformats.org/officeDocument/2006/relationships/slideLayout" Target="../slideLayouts/slideLayout42.xml"/><Relationship Id="rId19" Type="http://schemas.openxmlformats.org/officeDocument/2006/relationships/slideLayout" Target="../slideLayouts/slideLayout43.xml"/><Relationship Id="rId20" Type="http://schemas.openxmlformats.org/officeDocument/2006/relationships/slideLayout" Target="../slideLayouts/slideLayout44.xml"/><Relationship Id="rId21" Type="http://schemas.openxmlformats.org/officeDocument/2006/relationships/slideLayout" Target="../slideLayouts/slideLayout45.xml"/><Relationship Id="rId22" Type="http://schemas.openxmlformats.org/officeDocument/2006/relationships/slideLayout" Target="../slideLayouts/slideLayout46.xml"/><Relationship Id="rId23" Type="http://schemas.openxmlformats.org/officeDocument/2006/relationships/slideLayout" Target="../slideLayouts/slideLayout47.xml"/><Relationship Id="rId24" Type="http://schemas.openxmlformats.org/officeDocument/2006/relationships/slideLayout" Target="../slideLayouts/slideLayout48.xml"/><Relationship Id="rId25" Type="http://schemas.openxmlformats.org/officeDocument/2006/relationships/slideLayout" Target="../slideLayouts/slideLayout49.xml"/><Relationship Id="rId26" Type="http://schemas.openxmlformats.org/officeDocument/2006/relationships/slideLayout" Target="../slideLayouts/slideLayout50.xml"/><Relationship Id="rId27" Type="http://schemas.openxmlformats.org/officeDocument/2006/relationships/slideLayout" Target="../slideLayouts/slideLayout51.xml"/><Relationship Id="rId28" Type="http://schemas.openxmlformats.org/officeDocument/2006/relationships/slideLayout" Target="../slideLayouts/slideLayout52.xml"/><Relationship Id="rId29" Type="http://schemas.openxmlformats.org/officeDocument/2006/relationships/slideLayout" Target="../slideLayouts/slideLayout53.xml"/><Relationship Id="rId30" Type="http://schemas.openxmlformats.org/officeDocument/2006/relationships/slideLayout" Target="../slideLayouts/slideLayout54.xml"/><Relationship Id="rId3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4" name="Google Shape;64;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5" name="Google Shape;65;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6" name="Google Shape;66;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7" name="Google Shape;67;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27"/>
          <p:cNvSpPr txBox="1"/>
          <p:nvPr>
            <p:ph idx="11" type="ftr"/>
          </p:nvPr>
        </p:nvSpPr>
        <p:spPr>
          <a:xfrm>
            <a:off x="247576" y="237292"/>
            <a:ext cx="8639700" cy="1374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9pPr>
          </a:lstStyle>
          <a:p/>
        </p:txBody>
      </p:sp>
      <p:sp>
        <p:nvSpPr>
          <p:cNvPr id="139" name="Google Shape;139;p27"/>
          <p:cNvSpPr txBox="1"/>
          <p:nvPr>
            <p:ph type="title"/>
          </p:nvPr>
        </p:nvSpPr>
        <p:spPr>
          <a:xfrm>
            <a:off x="255532" y="761261"/>
            <a:ext cx="8634300" cy="994200"/>
          </a:xfrm>
          <a:prstGeom prst="rect">
            <a:avLst/>
          </a:prstGeom>
          <a:noFill/>
          <a:ln>
            <a:noFill/>
          </a:ln>
        </p:spPr>
        <p:txBody>
          <a:bodyPr anchorCtr="0" anchor="t" bIns="0" lIns="0" spcFirstLastPara="1" rIns="0" wrap="square" tIns="0">
            <a:noAutofit/>
          </a:bodyPr>
          <a:lstStyle>
            <a:lvl1pPr lvl="0" marR="0" algn="l">
              <a:lnSpc>
                <a:spcPct val="76000"/>
              </a:lnSpc>
              <a:spcBef>
                <a:spcPts val="0"/>
              </a:spcBef>
              <a:spcAft>
                <a:spcPts val="0"/>
              </a:spcAft>
              <a:buClr>
                <a:schemeClr val="dk1"/>
              </a:buClr>
              <a:buSzPts val="3800"/>
              <a:buFont typeface="Libre Franklin SemiBold"/>
              <a:buNone/>
              <a:defRPr b="0" i="0" sz="3800" u="none" cap="none" strike="noStrike">
                <a:solidFill>
                  <a:schemeClr val="dk1"/>
                </a:solidFill>
                <a:latin typeface="Libre Franklin SemiBold"/>
                <a:ea typeface="Libre Franklin SemiBold"/>
                <a:cs typeface="Libre Franklin SemiBold"/>
                <a:sym typeface="Libre Franklin SemiBold"/>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40" name="Google Shape;140;p27"/>
          <p:cNvSpPr txBox="1"/>
          <p:nvPr>
            <p:ph idx="1" type="body"/>
          </p:nvPr>
        </p:nvSpPr>
        <p:spPr>
          <a:xfrm>
            <a:off x="253746" y="2036824"/>
            <a:ext cx="8634300" cy="28392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2"/>
              </a:buClr>
              <a:buSzPts val="1100"/>
              <a:buFont typeface="Libre Franklin"/>
              <a:buNone/>
              <a:defRPr b="0" i="0" sz="1100" u="none" cap="none" strike="noStrike">
                <a:solidFill>
                  <a:schemeClr val="dk2"/>
                </a:solidFill>
                <a:latin typeface="Libre Franklin"/>
                <a:ea typeface="Libre Franklin"/>
                <a:cs typeface="Libre Franklin"/>
                <a:sym typeface="Libre Franklin"/>
              </a:defRPr>
            </a:lvl1pPr>
            <a:lvl2pPr indent="-285750" lvl="1" marL="914400" marR="0" algn="l">
              <a:lnSpc>
                <a:spcPct val="100000"/>
              </a:lnSpc>
              <a:spcBef>
                <a:spcPts val="0"/>
              </a:spcBef>
              <a:spcAft>
                <a:spcPts val="0"/>
              </a:spcAft>
              <a:buClr>
                <a:schemeClr val="dk2"/>
              </a:buClr>
              <a:buSzPts val="900"/>
              <a:buFont typeface="Arial"/>
              <a:buChar char="•"/>
              <a:defRPr b="0" i="0" sz="1100" u="none" cap="none" strike="noStrike">
                <a:solidFill>
                  <a:schemeClr val="dk2"/>
                </a:solidFill>
                <a:latin typeface="Libre Franklin"/>
                <a:ea typeface="Libre Franklin"/>
                <a:cs typeface="Libre Franklin"/>
                <a:sym typeface="Libre Franklin"/>
              </a:defRPr>
            </a:lvl2pPr>
            <a:lvl3pPr indent="-285750" lvl="2" marL="1371600" marR="0" algn="l">
              <a:lnSpc>
                <a:spcPct val="100000"/>
              </a:lnSpc>
              <a:spcBef>
                <a:spcPts val="0"/>
              </a:spcBef>
              <a:spcAft>
                <a:spcPts val="0"/>
              </a:spcAft>
              <a:buClr>
                <a:schemeClr val="dk2"/>
              </a:buClr>
              <a:buSzPts val="900"/>
              <a:buFont typeface="Arial"/>
              <a:buChar char="•"/>
              <a:defRPr b="0" i="0" sz="1100" u="none" cap="none" strike="noStrike">
                <a:solidFill>
                  <a:schemeClr val="dk2"/>
                </a:solidFill>
                <a:latin typeface="Libre Franklin"/>
                <a:ea typeface="Libre Franklin"/>
                <a:cs typeface="Libre Franklin"/>
                <a:sym typeface="Libre Franklin"/>
              </a:defRPr>
            </a:lvl3pPr>
            <a:lvl4pPr indent="-285750" lvl="3" marL="1828800" marR="0" algn="l">
              <a:lnSpc>
                <a:spcPct val="100000"/>
              </a:lnSpc>
              <a:spcBef>
                <a:spcPts val="0"/>
              </a:spcBef>
              <a:spcAft>
                <a:spcPts val="0"/>
              </a:spcAft>
              <a:buClr>
                <a:schemeClr val="dk2"/>
              </a:buClr>
              <a:buSzPts val="900"/>
              <a:buFont typeface="Arial"/>
              <a:buChar char="•"/>
              <a:defRPr b="0" i="0" sz="1100" u="none" cap="none" strike="noStrike">
                <a:solidFill>
                  <a:schemeClr val="dk2"/>
                </a:solidFill>
                <a:latin typeface="Libre Franklin"/>
                <a:ea typeface="Libre Franklin"/>
                <a:cs typeface="Libre Franklin"/>
                <a:sym typeface="Libre Franklin"/>
              </a:defRPr>
            </a:lvl4pPr>
            <a:lvl5pPr indent="-285750" lvl="4" marL="2286000" marR="0" algn="l">
              <a:lnSpc>
                <a:spcPct val="100000"/>
              </a:lnSpc>
              <a:spcBef>
                <a:spcPts val="0"/>
              </a:spcBef>
              <a:spcAft>
                <a:spcPts val="0"/>
              </a:spcAft>
              <a:buClr>
                <a:schemeClr val="dk2"/>
              </a:buClr>
              <a:buSzPts val="900"/>
              <a:buFont typeface="Arial"/>
              <a:buChar char="•"/>
              <a:defRPr b="0" i="0" sz="1100" u="none" cap="none" strike="noStrike">
                <a:solidFill>
                  <a:schemeClr val="dk2"/>
                </a:solidFill>
                <a:latin typeface="Libre Franklin"/>
                <a:ea typeface="Libre Franklin"/>
                <a:cs typeface="Libre Franklin"/>
                <a:sym typeface="Libre Franklin"/>
              </a:defRPr>
            </a:lvl5pPr>
            <a:lvl6pPr indent="-285750" lvl="5" marL="2743200" marR="0" algn="l">
              <a:lnSpc>
                <a:spcPct val="100000"/>
              </a:lnSpc>
              <a:spcBef>
                <a:spcPts val="0"/>
              </a:spcBef>
              <a:spcAft>
                <a:spcPts val="0"/>
              </a:spcAft>
              <a:buClr>
                <a:schemeClr val="dk2"/>
              </a:buClr>
              <a:buSzPts val="900"/>
              <a:buFont typeface="Arial"/>
              <a:buChar char="•"/>
              <a:defRPr b="0" i="0" sz="1100" u="none" cap="none" strike="noStrike">
                <a:solidFill>
                  <a:schemeClr val="dk2"/>
                </a:solidFill>
                <a:latin typeface="Libre Franklin"/>
                <a:ea typeface="Libre Franklin"/>
                <a:cs typeface="Libre Franklin"/>
                <a:sym typeface="Libre Franklin"/>
              </a:defRPr>
            </a:lvl6pPr>
            <a:lvl7pPr indent="-285750" lvl="6" marL="3200400" marR="0" algn="l">
              <a:lnSpc>
                <a:spcPct val="100000"/>
              </a:lnSpc>
              <a:spcBef>
                <a:spcPts val="0"/>
              </a:spcBef>
              <a:spcAft>
                <a:spcPts val="0"/>
              </a:spcAft>
              <a:buClr>
                <a:schemeClr val="dk2"/>
              </a:buClr>
              <a:buSzPts val="900"/>
              <a:buFont typeface="Arial"/>
              <a:buChar char="•"/>
              <a:defRPr b="0" i="0" sz="1100" u="none" cap="none" strike="noStrike">
                <a:solidFill>
                  <a:schemeClr val="dk2"/>
                </a:solidFill>
                <a:latin typeface="Libre Franklin"/>
                <a:ea typeface="Libre Franklin"/>
                <a:cs typeface="Libre Franklin"/>
                <a:sym typeface="Libre Franklin"/>
              </a:defRPr>
            </a:lvl7pPr>
            <a:lvl8pPr indent="-285750" lvl="7" marL="3657600" marR="0" algn="l">
              <a:lnSpc>
                <a:spcPct val="100000"/>
              </a:lnSpc>
              <a:spcBef>
                <a:spcPts val="0"/>
              </a:spcBef>
              <a:spcAft>
                <a:spcPts val="0"/>
              </a:spcAft>
              <a:buClr>
                <a:schemeClr val="dk2"/>
              </a:buClr>
              <a:buSzPts val="900"/>
              <a:buFont typeface="Arial"/>
              <a:buChar char="•"/>
              <a:defRPr b="0" i="0" sz="1100" u="none" cap="none" strike="noStrike">
                <a:solidFill>
                  <a:schemeClr val="dk2"/>
                </a:solidFill>
                <a:latin typeface="Libre Franklin"/>
                <a:ea typeface="Libre Franklin"/>
                <a:cs typeface="Libre Franklin"/>
                <a:sym typeface="Libre Franklin"/>
              </a:defRPr>
            </a:lvl8pPr>
            <a:lvl9pPr indent="-285750" lvl="8" marL="4114800" marR="0" algn="l">
              <a:lnSpc>
                <a:spcPct val="100000"/>
              </a:lnSpc>
              <a:spcBef>
                <a:spcPts val="0"/>
              </a:spcBef>
              <a:spcAft>
                <a:spcPts val="0"/>
              </a:spcAft>
              <a:buClr>
                <a:schemeClr val="dk2"/>
              </a:buClr>
              <a:buSzPts val="900"/>
              <a:buFont typeface="Arial"/>
              <a:buChar char="•"/>
              <a:defRPr b="0" i="0" sz="1100" u="none" cap="none" strike="noStrike">
                <a:solidFill>
                  <a:schemeClr val="dk2"/>
                </a:solidFill>
                <a:latin typeface="Libre Franklin"/>
                <a:ea typeface="Libre Franklin"/>
                <a:cs typeface="Libre Franklin"/>
                <a:sym typeface="Libre Franklin"/>
              </a:defRPr>
            </a:lvl9pPr>
          </a:lstStyle>
          <a:p/>
        </p:txBody>
      </p:sp>
      <p:sp>
        <p:nvSpPr>
          <p:cNvPr id="141" name="Google Shape;141;p27"/>
          <p:cNvSpPr txBox="1"/>
          <p:nvPr>
            <p:ph idx="10" type="dt"/>
          </p:nvPr>
        </p:nvSpPr>
        <p:spPr>
          <a:xfrm>
            <a:off x="249362" y="4883498"/>
            <a:ext cx="1974900" cy="137400"/>
          </a:xfrm>
          <a:prstGeom prst="rect">
            <a:avLst/>
          </a:prstGeom>
          <a:noFill/>
          <a:ln>
            <a:noFill/>
          </a:ln>
        </p:spPr>
        <p:txBody>
          <a:bodyPr anchorCtr="0" anchor="ctr" bIns="0" lIns="0" spcFirstLastPara="1" rIns="0" wrap="square" tIns="0">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Libre Franklin"/>
                <a:ea typeface="Libre Franklin"/>
                <a:cs typeface="Libre Franklin"/>
                <a:sym typeface="Libre Franklin"/>
              </a:defRPr>
            </a:lvl9pPr>
          </a:lstStyle>
          <a:p/>
        </p:txBody>
      </p:sp>
      <p:sp>
        <p:nvSpPr>
          <p:cNvPr id="142" name="Google Shape;142;p27"/>
          <p:cNvSpPr txBox="1"/>
          <p:nvPr>
            <p:ph idx="12" type="sldNum"/>
          </p:nvPr>
        </p:nvSpPr>
        <p:spPr>
          <a:xfrm>
            <a:off x="8559218" y="4883498"/>
            <a:ext cx="328200" cy="1374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Libre Franklin Light"/>
                <a:ea typeface="Libre Franklin Light"/>
                <a:cs typeface="Libre Franklin Light"/>
                <a:sym typeface="Libre Franklin Light"/>
              </a:defRPr>
            </a:lvl9pPr>
          </a:lstStyle>
          <a:p>
            <a:pPr indent="0" lvl="0" marL="0" rtl="0" algn="r">
              <a:spcBef>
                <a:spcPts val="0"/>
              </a:spcBef>
              <a:spcAft>
                <a:spcPts val="0"/>
              </a:spcAft>
              <a:buNone/>
            </a:pPr>
            <a:fld id="{00000000-1234-1234-1234-123412341234}" type="slidenum">
              <a:rPr lang="en"/>
              <a:t>‹#›</a:t>
            </a:fld>
            <a:endParaRPr>
              <a:solidFill>
                <a:srgbClr val="FF0000"/>
              </a:solidFill>
            </a:endParaRPr>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 id="2147483694" r:id="rId23"/>
    <p:sldLayoutId id="2147483695" r:id="rId24"/>
    <p:sldLayoutId id="2147483696" r:id="rId25"/>
    <p:sldLayoutId id="2147483697" r:id="rId26"/>
    <p:sldLayoutId id="2147483698" r:id="rId27"/>
    <p:sldLayoutId id="2147483699" r:id="rId28"/>
    <p:sldLayoutId id="2147483700" r:id="rId29"/>
    <p:sldLayoutId id="2147483701"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guide id="3" pos="161">
          <p15:clr>
            <a:srgbClr val="F26B43"/>
          </p15:clr>
        </p15:guide>
        <p15:guide id="4" pos="5598">
          <p15:clr>
            <a:srgbClr val="F26B43"/>
          </p15:clr>
        </p15:guide>
        <p15:guide id="5" orient="horz" pos="159">
          <p15:clr>
            <a:srgbClr val="F26B43"/>
          </p15:clr>
        </p15:guide>
        <p15:guide id="6" orient="horz" pos="307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8.jpg"/><Relationship Id="rId7" Type="http://schemas.openxmlformats.org/officeDocument/2006/relationships/image" Target="../media/image9.jpg"/><Relationship Id="rId8"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1.jpg"/><Relationship Id="rId7" Type="http://schemas.openxmlformats.org/officeDocument/2006/relationships/image" Target="../media/image12.jpg"/><Relationship Id="rId8"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4.jpg"/><Relationship Id="rId7" Type="http://schemas.openxmlformats.org/officeDocument/2006/relationships/image" Target="../media/image15.jpg"/><Relationship Id="rId8" Type="http://schemas.openxmlformats.org/officeDocument/2006/relationships/image" Target="../media/image1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2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2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5.jp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2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ED7C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210312" y="146304"/>
            <a:ext cx="8741664" cy="1371600"/>
          </a:xfrm>
          <a:prstGeom prst="roundRect">
            <a:avLst>
              <a:gd name="adj" fmla="val 6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 name="Picture 3" descr="pes_logo.png"/>
          <p:cNvPicPr>
            <a:picLocks noChangeAspect="1"/>
          </p:cNvPicPr>
          <p:nvPr/>
        </p:nvPicPr>
        <p:blipFill>
          <a:blip r:embed="rId3"/>
          <a:stretch>
            <a:fillRect/>
          </a:stretch>
        </p:blipFill>
        <p:spPr>
          <a:xfrm>
            <a:off x="603504" y="384048"/>
            <a:ext cx="1380744" cy="1069848"/>
          </a:xfrm>
          <a:prstGeom prst="rect">
            <a:avLst/>
          </a:prstGeom>
        </p:spPr>
      </p:pic>
      <p:pic>
        <p:nvPicPr>
          <p:cNvPr id="5" name="Picture 4" descr="pes_logo.png"/>
          <p:cNvPicPr>
            <a:picLocks noChangeAspect="1"/>
          </p:cNvPicPr>
          <p:nvPr/>
        </p:nvPicPr>
        <p:blipFill>
          <a:blip r:embed="rId3"/>
          <a:stretch>
            <a:fillRect/>
          </a:stretch>
        </p:blipFill>
        <p:spPr>
          <a:xfrm>
            <a:off x="7232904" y="384048"/>
            <a:ext cx="1380744" cy="1069848"/>
          </a:xfrm>
          <a:prstGeom prst="rect">
            <a:avLst/>
          </a:prstGeom>
        </p:spPr>
      </p:pic>
      <p:sp>
        <p:nvSpPr>
          <p:cNvPr id="6" name="TextBox 5"/>
          <p:cNvSpPr txBox="1"/>
          <p:nvPr/>
        </p:nvSpPr>
        <p:spPr>
          <a:xfrm>
            <a:off x="2103120" y="219456"/>
            <a:ext cx="4937760" cy="1243584"/>
          </a:xfrm>
          <a:prstGeom prst="rect">
            <a:avLst/>
          </a:prstGeom>
          <a:noFill/>
        </p:spPr>
        <p:txBody>
          <a:bodyPr wrap="square" anchor="ctr" lIns="0" rIns="0" tIns="0" bIns="0">
            <a:spAutoFit/>
          </a:bodyPr>
          <a:lstStyle/>
          <a:p>
            <a:pPr algn="ctr" marL="0" indent="0">
              <a:spcBef>
                <a:spcPts val="0"/>
              </a:spcBef>
              <a:spcAft>
                <a:spcPts val="200"/>
              </a:spcAft>
              <a:buNone/>
            </a:pPr>
            <a:r>
              <a:rPr sz="5400" b="0" i="1">
                <a:solidFill>
                  <a:srgbClr val="FFFFFF"/>
                </a:solidFill>
                <a:latin typeface="Anton"/>
              </a:rPr>
              <a:t>OSPREY</a:t>
            </a:r>
          </a:p>
          <a:p>
            <a:pPr algn="ctr" marL="0" indent="0">
              <a:spcBef>
                <a:spcPts val="0"/>
              </a:spcBef>
              <a:spcAft>
                <a:spcPts val="0"/>
              </a:spcAft>
              <a:buNone/>
            </a:pPr>
            <a:r>
              <a:rPr sz="1700" b="0" i="1">
                <a:solidFill>
                  <a:srgbClr val="FFFFFF"/>
                </a:solidFill>
                <a:latin typeface="Anton"/>
              </a:rPr>
              <a:t>Where the boat is, and what is left</a:t>
            </a:r>
          </a:p>
        </p:txBody>
      </p:sp>
      <p:pic>
        <p:nvPicPr>
          <p:cNvPr id="7" name="Picture 6" descr="hero_osprey_water.jpg"/>
          <p:cNvPicPr>
            <a:picLocks noChangeAspect="1"/>
          </p:cNvPicPr>
          <p:nvPr/>
        </p:nvPicPr>
        <p:blipFill>
          <a:blip r:embed="rId4"/>
          <a:srcRect t="10643" b="10643"/>
          <a:stretch>
            <a:fillRect/>
          </a:stretch>
        </p:blipFill>
        <p:spPr>
          <a:xfrm>
            <a:off x="210312" y="1645920"/>
            <a:ext cx="6309360" cy="3310128"/>
          </a:xfrm>
          <a:prstGeom prst="rect">
            <a:avLst/>
          </a:prstGeom>
        </p:spPr>
      </p:pic>
      <p:sp>
        <p:nvSpPr>
          <p:cNvPr id="8" name="Rounded Rectangle 7"/>
          <p:cNvSpPr/>
          <p:nvPr/>
        </p:nvSpPr>
        <p:spPr>
          <a:xfrm>
            <a:off x="6638544" y="1645920"/>
            <a:ext cx="2295144" cy="3310128"/>
          </a:xfrm>
          <a:prstGeom prst="roundRect">
            <a:avLst>
              <a:gd name="adj" fmla="val 6000"/>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03136" y="1810512"/>
            <a:ext cx="1965960" cy="3017520"/>
          </a:xfrm>
          <a:prstGeom prst="rect">
            <a:avLst/>
          </a:prstGeom>
          <a:noFill/>
        </p:spPr>
        <p:txBody>
          <a:bodyPr wrap="square" anchor="t" lIns="0" rIns="0" tIns="0" bIns="0">
            <a:spAutoFit/>
          </a:bodyPr>
          <a:lstStyle/>
          <a:p>
            <a:pPr algn="l" marL="164592" indent="-164592">
              <a:spcBef>
                <a:spcPts val="0"/>
              </a:spcBef>
              <a:spcAft>
                <a:spcPts val="900"/>
              </a:spcAft>
              <a:buSzPct val="70000"/>
              <a:buFont typeface="Arial"/>
              <a:buChar char="●"/>
            </a:pPr>
            <a:r>
              <a:rPr sz="1300" b="0" i="1">
                <a:solidFill>
                  <a:srgbClr val="FFFFFF"/>
                </a:solidFill>
                <a:latin typeface="Anton"/>
              </a:rPr>
              <a:t>7 FT CATAMARAN</a:t>
            </a:r>
          </a:p>
          <a:p>
            <a:pPr algn="l" marL="164592" indent="-164592">
              <a:spcBef>
                <a:spcPts val="0"/>
              </a:spcBef>
              <a:spcAft>
                <a:spcPts val="900"/>
              </a:spcAft>
              <a:buSzPct val="70000"/>
              <a:buFont typeface="Arial"/>
              <a:buChar char="●"/>
            </a:pPr>
            <a:r>
              <a:rPr sz="1300" b="0" i="1">
                <a:solidFill>
                  <a:srgbClr val="FFFFFF"/>
                </a:solidFill>
                <a:latin typeface="Anton"/>
              </a:rPr>
              <a:t>97 LB</a:t>
            </a:r>
          </a:p>
          <a:p>
            <a:pPr algn="l" marL="164592" indent="-164592">
              <a:spcBef>
                <a:spcPts val="0"/>
              </a:spcBef>
              <a:spcAft>
                <a:spcPts val="900"/>
              </a:spcAft>
              <a:buSzPct val="70000"/>
              <a:buFont typeface="Arial"/>
              <a:buChar char="●"/>
            </a:pPr>
            <a:r>
              <a:rPr sz="1300" b="0" i="1">
                <a:solidFill>
                  <a:srgbClr val="FFFFFF"/>
                </a:solidFill>
                <a:latin typeface="Anton"/>
              </a:rPr>
              <a:t>30 MPH LOGGED</a:t>
            </a:r>
          </a:p>
          <a:p>
            <a:pPr algn="l" marL="164592" indent="-164592">
              <a:spcBef>
                <a:spcPts val="0"/>
              </a:spcBef>
              <a:spcAft>
                <a:spcPts val="900"/>
              </a:spcAft>
              <a:buSzPct val="70000"/>
              <a:buFont typeface="Arial"/>
              <a:buChar char="●"/>
            </a:pPr>
            <a:r>
              <a:rPr sz="1300" b="0" i="1">
                <a:solidFill>
                  <a:srgbClr val="FFFFFF"/>
                </a:solidFill>
                <a:latin typeface="Anton"/>
              </a:rPr>
              <a:t>TWIN ELECTRIC INBOARD</a:t>
            </a:r>
          </a:p>
          <a:p>
            <a:pPr algn="l" marL="164592" indent="-164592">
              <a:spcBef>
                <a:spcPts val="0"/>
              </a:spcBef>
              <a:spcAft>
                <a:spcPts val="900"/>
              </a:spcAft>
              <a:buSzPct val="70000"/>
              <a:buFont typeface="Arial"/>
              <a:buChar char="●"/>
            </a:pPr>
            <a:r>
              <a:rPr sz="1300" b="0" i="1">
                <a:solidFill>
                  <a:srgbClr val="FFFFFF"/>
                </a:solidFill>
                <a:latin typeface="Anton"/>
              </a:rPr>
              <a:t>IN-HOUSE CARBON HULL</a:t>
            </a:r>
          </a:p>
          <a:p>
            <a:pPr algn="l" marL="164592" indent="-164592">
              <a:spcBef>
                <a:spcPts val="0"/>
              </a:spcBef>
              <a:spcAft>
                <a:spcPts val="900"/>
              </a:spcAft>
              <a:buSzPct val="70000"/>
              <a:buFont typeface="Arial"/>
              <a:buChar char="●"/>
            </a:pPr>
            <a:r>
              <a:rPr sz="1300" b="0" i="1">
                <a:solidFill>
                  <a:srgbClr val="FFFFFF"/>
                </a:solidFill>
                <a:latin typeface="Anton"/>
              </a:rPr>
              <a:t>PEP AUTONOMY DIVISION</a:t>
            </a:r>
          </a:p>
        </p:txBody>
      </p:sp>
      <p:sp>
        <p:nvSpPr>
          <p:cNvPr id="10" name="TextBox 9"/>
          <p:cNvSpPr txBox="1"/>
          <p:nvPr/>
        </p:nvSpPr>
        <p:spPr>
          <a:xfrm>
            <a:off x="210312" y="4983480"/>
            <a:ext cx="8741664" cy="146304"/>
          </a:xfrm>
          <a:prstGeom prst="rect">
            <a:avLst/>
          </a:prstGeom>
          <a:noFill/>
        </p:spPr>
        <p:txBody>
          <a:bodyPr wrap="square" anchor="t" lIns="0" rIns="0" tIns="0" bIns="0">
            <a:spAutoFit/>
          </a:bodyPr>
          <a:lstStyle/>
          <a:p>
            <a:pPr algn="ctr" marL="0" indent="0">
              <a:spcBef>
                <a:spcPts val="0"/>
              </a:spcBef>
              <a:spcAft>
                <a:spcPts val="0"/>
              </a:spcAft>
              <a:buNone/>
            </a:pPr>
            <a:r>
              <a:rPr sz="1000" b="0" i="1">
                <a:solidFill>
                  <a:srgbClr val="FFFFFF"/>
                </a:solidFill>
                <a:latin typeface="Anton"/>
              </a:rPr>
              <a:t>Princeton Electric Speedboating  ·  Fall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ripe.jpg"/>
          <p:cNvPicPr>
            <a:picLocks noChangeAspect="1"/>
          </p:cNvPicPr>
          <p:nvPr/>
        </p:nvPicPr>
        <p:blipFill>
          <a:blip r:embed="rId3"/>
          <a:srcRect t="93500"/>
          <a:stretch>
            <a:fillRect/>
          </a:stretch>
        </p:blipFill>
        <p:spPr>
          <a:xfrm>
            <a:off x="0" y="4919472"/>
            <a:ext cx="5148072" cy="228600"/>
          </a:xfrm>
          <a:prstGeom prst="rect">
            <a:avLst/>
          </a:prstGeom>
        </p:spPr>
      </p:pic>
      <p:pic>
        <p:nvPicPr>
          <p:cNvPr id="3" name="Picture 2" descr="stripe.jpg"/>
          <p:cNvPicPr>
            <a:picLocks noChangeAspect="1"/>
          </p:cNvPicPr>
          <p:nvPr/>
        </p:nvPicPr>
        <p:blipFill>
          <a:blip r:embed="rId3"/>
          <a:srcRect t="93500" r="22200"/>
          <a:stretch>
            <a:fillRect/>
          </a:stretch>
        </p:blipFill>
        <p:spPr>
          <a:xfrm>
            <a:off x="5148072" y="4919472"/>
            <a:ext cx="4005072" cy="228600"/>
          </a:xfrm>
          <a:prstGeom prst="rect">
            <a:avLst/>
          </a:prstGeom>
        </p:spPr>
      </p:pic>
      <p:pic>
        <p:nvPicPr>
          <p:cNvPr id="4" name="Picture 3" descr="shield.png"/>
          <p:cNvPicPr>
            <a:picLocks noChangeAspect="1"/>
          </p:cNvPicPr>
          <p:nvPr/>
        </p:nvPicPr>
        <p:blipFill>
          <a:blip r:embed="rId4"/>
          <a:stretch>
            <a:fillRect/>
          </a:stretch>
        </p:blipFill>
        <p:spPr>
          <a:xfrm>
            <a:off x="118872" y="4389120"/>
            <a:ext cx="521207" cy="484632"/>
          </a:xfrm>
          <a:prstGeom prst="rect">
            <a:avLst/>
          </a:prstGeom>
        </p:spPr>
      </p:pic>
      <p:pic>
        <p:nvPicPr>
          <p:cNvPr id="5" name="Picture 4" descr="pes_logo.png"/>
          <p:cNvPicPr>
            <a:picLocks noChangeAspect="1"/>
          </p:cNvPicPr>
          <p:nvPr/>
        </p:nvPicPr>
        <p:blipFill>
          <a:blip r:embed="rId5"/>
          <a:stretch>
            <a:fillRect/>
          </a:stretch>
        </p:blipFill>
        <p:spPr>
          <a:xfrm>
            <a:off x="8394192" y="4389120"/>
            <a:ext cx="630936" cy="484632"/>
          </a:xfrm>
          <a:prstGeom prst="rect">
            <a:avLst/>
          </a:prstGeom>
        </p:spPr>
      </p:pic>
      <p:sp>
        <p:nvSpPr>
          <p:cNvPr id="6" name="TextBox 5"/>
          <p:cNvSpPr txBox="1"/>
          <p:nvPr/>
        </p:nvSpPr>
        <p:spPr>
          <a:xfrm>
            <a:off x="329184" y="201168"/>
            <a:ext cx="8485632" cy="512064"/>
          </a:xfrm>
          <a:prstGeom prst="rect">
            <a:avLst/>
          </a:prstGeom>
          <a:noFill/>
        </p:spPr>
        <p:txBody>
          <a:bodyPr wrap="square" anchor="t" lIns="0" rIns="0" tIns="0" bIns="0">
            <a:spAutoFit/>
          </a:bodyPr>
          <a:lstStyle/>
          <a:p>
            <a:pPr algn="l" marL="0" indent="0">
              <a:spcBef>
                <a:spcPts val="0"/>
              </a:spcBef>
              <a:spcAft>
                <a:spcPts val="0"/>
              </a:spcAft>
              <a:buNone/>
            </a:pPr>
            <a:r>
              <a:rPr sz="3000" b="0" i="0">
                <a:solidFill>
                  <a:srgbClr val="000000"/>
                </a:solidFill>
                <a:latin typeface="Libre Franklin SemiBold"/>
              </a:rPr>
              <a:t>What Osprey Is</a:t>
            </a:r>
          </a:p>
        </p:txBody>
      </p:sp>
      <p:sp>
        <p:nvSpPr>
          <p:cNvPr id="7" name="Rectangle 6"/>
          <p:cNvSpPr/>
          <p:nvPr/>
        </p:nvSpPr>
        <p:spPr>
          <a:xfrm>
            <a:off x="329184" y="868680"/>
            <a:ext cx="4041648" cy="3401568"/>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93776" y="1000353"/>
            <a:ext cx="3712463" cy="3138220"/>
          </a:xfrm>
          <a:prstGeom prst="rect">
            <a:avLst/>
          </a:prstGeom>
          <a:noFill/>
        </p:spPr>
        <p:txBody>
          <a:bodyPr wrap="square" anchor="t" lIns="0" rIns="0" tIns="0" bIns="0">
            <a:spAutoFit/>
          </a:bodyPr>
          <a:lstStyle/>
          <a:p>
            <a:pPr algn="l" marL="0" indent="0">
              <a:spcBef>
                <a:spcPts val="0"/>
              </a:spcBef>
              <a:spcAft>
                <a:spcPts val="600"/>
              </a:spcAft>
              <a:buNone/>
            </a:pPr>
            <a:r>
              <a:rPr sz="1500" b="1" i="0">
                <a:solidFill>
                  <a:srgbClr val="000000"/>
                </a:solidFill>
                <a:latin typeface="Arial"/>
              </a:rPr>
              <a:t>The boat:</a:t>
            </a:r>
          </a:p>
          <a:p>
            <a:pPr algn="l" marL="173736" indent="-173736">
              <a:spcBef>
                <a:spcPts val="0"/>
              </a:spcBef>
              <a:spcAft>
                <a:spcPts val="400"/>
              </a:spcAft>
              <a:buSzPct val="70000"/>
              <a:buFont typeface="Arial"/>
              <a:buChar char="●"/>
            </a:pPr>
            <a:r>
              <a:rPr sz="1300" b="1">
                <a:solidFill>
                  <a:srgbClr val="000000"/>
                </a:solidFill>
                <a:latin typeface="Arial"/>
              </a:rPr>
              <a:t>7 ft LOA</a:t>
            </a:r>
            <a:r>
              <a:rPr sz="1300" b="0">
                <a:solidFill>
                  <a:srgbClr val="000000"/>
                </a:solidFill>
                <a:latin typeface="Arial"/>
              </a:rPr>
              <a:t>, 44 kg (97 lb), tunnel-hull catamaran with stepped sponsons and 21.5° deadrise</a:t>
            </a:r>
          </a:p>
          <a:p>
            <a:pPr algn="l" marL="173736" indent="-173736">
              <a:spcBef>
                <a:spcPts val="0"/>
              </a:spcBef>
              <a:spcAft>
                <a:spcPts val="400"/>
              </a:spcAft>
              <a:buSzPct val="70000"/>
              <a:buFont typeface="Arial"/>
              <a:buChar char="●"/>
            </a:pPr>
            <a:r>
              <a:rPr sz="1300" b="1">
                <a:solidFill>
                  <a:srgbClr val="000000"/>
                </a:solidFill>
                <a:latin typeface="Arial"/>
              </a:rPr>
              <a:t>Resin-infused carbon hull</a:t>
            </a:r>
            <a:r>
              <a:rPr sz="1300" b="0">
                <a:solidFill>
                  <a:srgbClr val="000000"/>
                </a:solidFill>
                <a:latin typeface="Arial"/>
              </a:rPr>
              <a:t> laid up in-house over 3D-printed molds</a:t>
            </a:r>
          </a:p>
          <a:p>
            <a:pPr algn="l" marL="173736" indent="-173736">
              <a:spcBef>
                <a:spcPts val="0"/>
              </a:spcBef>
              <a:spcAft>
                <a:spcPts val="400"/>
              </a:spcAft>
              <a:buSzPct val="70000"/>
              <a:buFont typeface="Arial"/>
              <a:buChar char="●"/>
            </a:pPr>
            <a:r>
              <a:rPr sz="1300" b="1">
                <a:solidFill>
                  <a:srgbClr val="000000"/>
                </a:solidFill>
                <a:latin typeface="Arial"/>
              </a:rPr>
              <a:t>Twin Castle 2535</a:t>
            </a:r>
            <a:r>
              <a:rPr sz="1300" b="0">
                <a:solidFill>
                  <a:srgbClr val="000000"/>
                </a:solidFill>
                <a:latin typeface="Arial"/>
              </a:rPr>
              <a:t> 680 Kv motors on Hydra Cobra 5 HV ESCs — 180 A continuous, 9 kW each</a:t>
            </a:r>
          </a:p>
          <a:p>
            <a:pPr algn="l" marL="173736" indent="-173736">
              <a:spcBef>
                <a:spcPts val="0"/>
              </a:spcBef>
              <a:spcAft>
                <a:spcPts val="400"/>
              </a:spcAft>
              <a:buSzPct val="70000"/>
              <a:buFont typeface="Arial"/>
              <a:buChar char="●"/>
            </a:pPr>
            <a:r>
              <a:rPr sz="1300" b="1">
                <a:solidFill>
                  <a:srgbClr val="000000"/>
                </a:solidFill>
                <a:latin typeface="Arial"/>
              </a:rPr>
              <a:t>8 × Lectron Pro</a:t>
            </a:r>
            <a:r>
              <a:rPr sz="1300" b="0">
                <a:solidFill>
                  <a:srgbClr val="000000"/>
                </a:solidFill>
                <a:latin typeface="Arial"/>
              </a:rPr>
              <a:t> 22.2 V 5200 mAh 100 C packs — 44.4 V, 10.4 Ah, two fully independent HV domains</a:t>
            </a:r>
          </a:p>
          <a:p>
            <a:pPr algn="l" marL="173736" indent="-173736">
              <a:spcBef>
                <a:spcPts val="0"/>
              </a:spcBef>
              <a:spcAft>
                <a:spcPts val="400"/>
              </a:spcAft>
              <a:buSzPct val="70000"/>
              <a:buFont typeface="Arial"/>
              <a:buChar char="●"/>
            </a:pPr>
            <a:r>
              <a:rPr sz="1300" b="1">
                <a:solidFill>
                  <a:srgbClr val="000000"/>
                </a:solidFill>
                <a:latin typeface="Arial"/>
              </a:rPr>
              <a:t>Design speed 80 mph.</a:t>
            </a:r>
            <a:r>
              <a:rPr sz="1300" b="0">
                <a:solidFill>
                  <a:srgbClr val="000000"/>
                </a:solidFill>
                <a:latin typeface="Arial"/>
              </a:rPr>
              <a:t> Logged 30 mph on the water.</a:t>
            </a:r>
          </a:p>
        </p:txBody>
      </p:sp>
      <p:pic>
        <p:nvPicPr>
          <p:cNvPr id="9" name="Picture 8" descr="hull_finished.jpg"/>
          <p:cNvPicPr>
            <a:picLocks noChangeAspect="1"/>
          </p:cNvPicPr>
          <p:nvPr/>
        </p:nvPicPr>
        <p:blipFill>
          <a:blip r:embed="rId6"/>
          <a:srcRect t="16161" b="16161"/>
          <a:stretch>
            <a:fillRect/>
          </a:stretch>
        </p:blipFill>
        <p:spPr>
          <a:xfrm>
            <a:off x="4599432" y="868680"/>
            <a:ext cx="4215384" cy="2139696"/>
          </a:xfrm>
          <a:prstGeom prst="rect">
            <a:avLst/>
          </a:prstGeom>
        </p:spPr>
      </p:pic>
      <p:pic>
        <p:nvPicPr>
          <p:cNvPr id="10" name="Picture 9" descr="hull_cad.jpg"/>
          <p:cNvPicPr>
            <a:picLocks noChangeAspect="1"/>
          </p:cNvPicPr>
          <p:nvPr/>
        </p:nvPicPr>
        <p:blipFill>
          <a:blip r:embed="rId7"/>
          <a:srcRect t="8435" b="8435"/>
          <a:stretch>
            <a:fillRect/>
          </a:stretch>
        </p:blipFill>
        <p:spPr>
          <a:xfrm>
            <a:off x="4599432" y="3099815"/>
            <a:ext cx="2057400" cy="1170432"/>
          </a:xfrm>
          <a:prstGeom prst="rect">
            <a:avLst/>
          </a:prstGeom>
        </p:spPr>
      </p:pic>
      <p:pic>
        <p:nvPicPr>
          <p:cNvPr id="11" name="Picture 10" descr="layup.jpg"/>
          <p:cNvPicPr>
            <a:picLocks noChangeAspect="1"/>
          </p:cNvPicPr>
          <p:nvPr/>
        </p:nvPicPr>
        <p:blipFill>
          <a:blip r:embed="rId8"/>
          <a:srcRect t="28667" b="28667"/>
          <a:stretch>
            <a:fillRect/>
          </a:stretch>
        </p:blipFill>
        <p:spPr>
          <a:xfrm>
            <a:off x="6757416" y="3099815"/>
            <a:ext cx="2057400" cy="1170432"/>
          </a:xfrm>
          <a:prstGeom prst="rect">
            <a:avLst/>
          </a:prstGeom>
        </p:spPr>
      </p:pic>
      <p:sp>
        <p:nvSpPr>
          <p:cNvPr id="12" name="TextBox 11"/>
          <p:cNvSpPr txBox="1"/>
          <p:nvPr/>
        </p:nvSpPr>
        <p:spPr>
          <a:xfrm>
            <a:off x="4599432" y="4325112"/>
            <a:ext cx="4215384" cy="329184"/>
          </a:xfrm>
          <a:prstGeom prst="rect">
            <a:avLst/>
          </a:prstGeom>
          <a:noFill/>
        </p:spPr>
        <p:txBody>
          <a:bodyPr wrap="square" anchor="t" lIns="0" rIns="0" tIns="0" bIns="0">
            <a:spAutoFit/>
          </a:bodyPr>
          <a:lstStyle/>
          <a:p>
            <a:pPr algn="l" marL="0" indent="0">
              <a:spcBef>
                <a:spcPts val="0"/>
              </a:spcBef>
              <a:spcAft>
                <a:spcPts val="0"/>
              </a:spcAft>
              <a:buNone/>
            </a:pPr>
            <a:r>
              <a:rPr sz="900" b="0" i="1">
                <a:solidFill>
                  <a:srgbClr val="595959"/>
                </a:solidFill>
                <a:latin typeface="Arial"/>
              </a:rPr>
              <a:t>Finished hull, the tunnel-hull CAD, and carbon layup in the mold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ripe.jpg"/>
          <p:cNvPicPr>
            <a:picLocks noChangeAspect="1"/>
          </p:cNvPicPr>
          <p:nvPr/>
        </p:nvPicPr>
        <p:blipFill>
          <a:blip r:embed="rId3"/>
          <a:srcRect t="93500"/>
          <a:stretch>
            <a:fillRect/>
          </a:stretch>
        </p:blipFill>
        <p:spPr>
          <a:xfrm>
            <a:off x="0" y="4919472"/>
            <a:ext cx="5148072" cy="228600"/>
          </a:xfrm>
          <a:prstGeom prst="rect">
            <a:avLst/>
          </a:prstGeom>
        </p:spPr>
      </p:pic>
      <p:pic>
        <p:nvPicPr>
          <p:cNvPr id="3" name="Picture 2" descr="stripe.jpg"/>
          <p:cNvPicPr>
            <a:picLocks noChangeAspect="1"/>
          </p:cNvPicPr>
          <p:nvPr/>
        </p:nvPicPr>
        <p:blipFill>
          <a:blip r:embed="rId3"/>
          <a:srcRect t="93500" r="22200"/>
          <a:stretch>
            <a:fillRect/>
          </a:stretch>
        </p:blipFill>
        <p:spPr>
          <a:xfrm>
            <a:off x="5148072" y="4919472"/>
            <a:ext cx="4005072" cy="228600"/>
          </a:xfrm>
          <a:prstGeom prst="rect">
            <a:avLst/>
          </a:prstGeom>
        </p:spPr>
      </p:pic>
      <p:pic>
        <p:nvPicPr>
          <p:cNvPr id="4" name="Picture 3" descr="shield.png"/>
          <p:cNvPicPr>
            <a:picLocks noChangeAspect="1"/>
          </p:cNvPicPr>
          <p:nvPr/>
        </p:nvPicPr>
        <p:blipFill>
          <a:blip r:embed="rId4"/>
          <a:stretch>
            <a:fillRect/>
          </a:stretch>
        </p:blipFill>
        <p:spPr>
          <a:xfrm>
            <a:off x="118872" y="4389120"/>
            <a:ext cx="521207" cy="484632"/>
          </a:xfrm>
          <a:prstGeom prst="rect">
            <a:avLst/>
          </a:prstGeom>
        </p:spPr>
      </p:pic>
      <p:pic>
        <p:nvPicPr>
          <p:cNvPr id="5" name="Picture 4" descr="pes_logo.png"/>
          <p:cNvPicPr>
            <a:picLocks noChangeAspect="1"/>
          </p:cNvPicPr>
          <p:nvPr/>
        </p:nvPicPr>
        <p:blipFill>
          <a:blip r:embed="rId5"/>
          <a:stretch>
            <a:fillRect/>
          </a:stretch>
        </p:blipFill>
        <p:spPr>
          <a:xfrm>
            <a:off x="8394192" y="4389120"/>
            <a:ext cx="630936" cy="484632"/>
          </a:xfrm>
          <a:prstGeom prst="rect">
            <a:avLst/>
          </a:prstGeom>
        </p:spPr>
      </p:pic>
      <p:sp>
        <p:nvSpPr>
          <p:cNvPr id="6" name="TextBox 5"/>
          <p:cNvSpPr txBox="1"/>
          <p:nvPr/>
        </p:nvSpPr>
        <p:spPr>
          <a:xfrm>
            <a:off x="329184" y="201168"/>
            <a:ext cx="8485632" cy="512064"/>
          </a:xfrm>
          <a:prstGeom prst="rect">
            <a:avLst/>
          </a:prstGeom>
          <a:noFill/>
        </p:spPr>
        <p:txBody>
          <a:bodyPr wrap="square" anchor="t" lIns="0" rIns="0" tIns="0" bIns="0">
            <a:spAutoFit/>
          </a:bodyPr>
          <a:lstStyle/>
          <a:p>
            <a:pPr algn="l" marL="0" indent="0">
              <a:spcBef>
                <a:spcPts val="0"/>
              </a:spcBef>
              <a:spcAft>
                <a:spcPts val="0"/>
              </a:spcAft>
              <a:buNone/>
            </a:pPr>
            <a:r>
              <a:rPr sz="3000" b="0" i="0">
                <a:solidFill>
                  <a:srgbClr val="000000"/>
                </a:solidFill>
                <a:latin typeface="Libre Franklin SemiBold"/>
              </a:rPr>
              <a:t>The Mission: PEP27, Autonomy Division</a:t>
            </a:r>
          </a:p>
        </p:txBody>
      </p:sp>
      <p:sp>
        <p:nvSpPr>
          <p:cNvPr id="7" name="Rectangle 6"/>
          <p:cNvSpPr/>
          <p:nvPr/>
        </p:nvSpPr>
        <p:spPr>
          <a:xfrm>
            <a:off x="329184" y="868680"/>
            <a:ext cx="4626864" cy="1883664"/>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93776" y="1000353"/>
            <a:ext cx="4297679" cy="1620316"/>
          </a:xfrm>
          <a:prstGeom prst="rect">
            <a:avLst/>
          </a:prstGeom>
          <a:noFill/>
        </p:spPr>
        <p:txBody>
          <a:bodyPr wrap="square" anchor="t" lIns="0" rIns="0" tIns="0" bIns="0">
            <a:spAutoFit/>
          </a:bodyPr>
          <a:lstStyle/>
          <a:p>
            <a:pPr algn="l" marL="0" indent="0">
              <a:spcBef>
                <a:spcPts val="0"/>
              </a:spcBef>
              <a:spcAft>
                <a:spcPts val="600"/>
              </a:spcAft>
              <a:buNone/>
            </a:pPr>
            <a:r>
              <a:rPr sz="1500" b="1" i="0">
                <a:solidFill>
                  <a:srgbClr val="000000"/>
                </a:solidFill>
                <a:latin typeface="Arial"/>
              </a:rPr>
              <a:t>The race:</a:t>
            </a:r>
          </a:p>
          <a:p>
            <a:pPr algn="l" marL="173736" indent="-173736">
              <a:spcBef>
                <a:spcPts val="0"/>
              </a:spcBef>
              <a:spcAft>
                <a:spcPts val="400"/>
              </a:spcAft>
              <a:buSzPct val="70000"/>
              <a:buFont typeface="Arial"/>
              <a:buChar char="●"/>
            </a:pPr>
            <a:r>
              <a:rPr sz="1300" b="1">
                <a:solidFill>
                  <a:srgbClr val="000000"/>
                </a:solidFill>
                <a:latin typeface="Arial"/>
              </a:rPr>
              <a:t>2-mile oval</a:t>
            </a:r>
            <a:r>
              <a:rPr sz="1300" b="0">
                <a:solidFill>
                  <a:srgbClr val="000000"/>
                </a:solidFill>
                <a:latin typeface="Arial"/>
              </a:rPr>
              <a:t> between two marks a quarter mile apart, run autonomously at Portsmouth City Park, Virginia</a:t>
            </a:r>
          </a:p>
          <a:p>
            <a:pPr algn="l" marL="173736" indent="-173736">
              <a:spcBef>
                <a:spcPts val="0"/>
              </a:spcBef>
              <a:spcAft>
                <a:spcPts val="400"/>
              </a:spcAft>
              <a:buSzPct val="70000"/>
              <a:buFont typeface="Arial"/>
              <a:buChar char="●"/>
            </a:pPr>
            <a:r>
              <a:rPr sz="1300" b="1">
                <a:solidFill>
                  <a:srgbClr val="000000"/>
                </a:solidFill>
                <a:latin typeface="Arial"/>
              </a:rPr>
              <a:t>Scoring rewards finishing:</a:t>
            </a:r>
            <a:r>
              <a:rPr sz="1300" b="0">
                <a:solidFill>
                  <a:srgbClr val="000000"/>
                </a:solidFill>
                <a:latin typeface="Arial"/>
              </a:rPr>
              <a:t> 10 points per completed half-mile (40 total) against 20 for winning outright</a:t>
            </a:r>
          </a:p>
          <a:p>
            <a:pPr algn="l" marL="173736" indent="-173736">
              <a:spcBef>
                <a:spcPts val="0"/>
              </a:spcBef>
              <a:spcAft>
                <a:spcPts val="400"/>
              </a:spcAft>
              <a:buSzPct val="70000"/>
              <a:buFont typeface="Arial"/>
              <a:buChar char="●"/>
            </a:pPr>
            <a:r>
              <a:rPr sz="1300" b="1">
                <a:solidFill>
                  <a:srgbClr val="000000"/>
                </a:solidFill>
                <a:latin typeface="Arial"/>
              </a:rPr>
              <a:t>0.98 m/s</a:t>
            </a:r>
            <a:r>
              <a:rPr sz="1300" b="0">
                <a:solidFill>
                  <a:srgbClr val="000000"/>
                </a:solidFill>
                <a:latin typeface="Arial"/>
              </a:rPr>
              <a:t> is the average speed needed to finish inside a 55-minute heat</a:t>
            </a:r>
          </a:p>
        </p:txBody>
      </p:sp>
      <p:sp>
        <p:nvSpPr>
          <p:cNvPr id="9" name="Rectangle 8"/>
          <p:cNvSpPr/>
          <p:nvPr/>
        </p:nvSpPr>
        <p:spPr>
          <a:xfrm>
            <a:off x="329184" y="2843784"/>
            <a:ext cx="4626864" cy="1426464"/>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93776" y="2975457"/>
            <a:ext cx="4297679" cy="1163116"/>
          </a:xfrm>
          <a:prstGeom prst="rect">
            <a:avLst/>
          </a:prstGeom>
          <a:noFill/>
        </p:spPr>
        <p:txBody>
          <a:bodyPr wrap="square" anchor="t" lIns="0" rIns="0" tIns="0" bIns="0">
            <a:spAutoFit/>
          </a:bodyPr>
          <a:lstStyle/>
          <a:p>
            <a:pPr algn="l" marL="0" indent="0">
              <a:spcBef>
                <a:spcPts val="0"/>
              </a:spcBef>
              <a:spcAft>
                <a:spcPts val="600"/>
              </a:spcAft>
              <a:buNone/>
            </a:pPr>
            <a:r>
              <a:rPr sz="1500" b="1" i="0">
                <a:solidFill>
                  <a:srgbClr val="FFFFFF"/>
                </a:solidFill>
                <a:latin typeface="Arial"/>
              </a:rPr>
              <a:t>Rule 21 — and it is a gate:</a:t>
            </a:r>
          </a:p>
          <a:p>
            <a:pPr algn="l" marL="173736" indent="-173736">
              <a:spcBef>
                <a:spcPts val="0"/>
              </a:spcBef>
              <a:spcAft>
                <a:spcPts val="400"/>
              </a:spcAft>
              <a:buSzPct val="70000"/>
              <a:buFont typeface="Arial"/>
              <a:buChar char="●"/>
            </a:pPr>
            <a:r>
              <a:rPr sz="1300" b="1">
                <a:solidFill>
                  <a:srgbClr val="FFFFFF"/>
                </a:solidFill>
                <a:latin typeface="Arial"/>
              </a:rPr>
              <a:t>The kill switch must engage</a:t>
            </a:r>
            <a:r>
              <a:rPr sz="1300" b="0">
                <a:solidFill>
                  <a:srgbClr val="FFFFFF"/>
                </a:solidFill>
                <a:latin typeface="Arial"/>
              </a:rPr>
              <a:t> when navigation data is missing or corrupted, and judges watch it demonstrated</a:t>
            </a:r>
          </a:p>
          <a:p>
            <a:pPr algn="l" marL="173736" indent="-173736">
              <a:spcBef>
                <a:spcPts val="0"/>
              </a:spcBef>
              <a:spcAft>
                <a:spcPts val="400"/>
              </a:spcAft>
              <a:buSzPct val="70000"/>
              <a:buFont typeface="Arial"/>
              <a:buChar char="●"/>
            </a:pPr>
            <a:r>
              <a:rPr sz="1300" b="1">
                <a:solidFill>
                  <a:srgbClr val="FFFFFF"/>
                </a:solidFill>
                <a:latin typeface="Arial"/>
              </a:rPr>
              <a:t>Not implemented anywhere yet</a:t>
            </a:r>
            <a:r>
              <a:rPr sz="1300" b="0">
                <a:solidFill>
                  <a:srgbClr val="FFFFFF"/>
                </a:solidFill>
                <a:latin typeface="Arial"/>
              </a:rPr>
              <a:t> — not on the boat, not in the simulation</a:t>
            </a:r>
          </a:p>
        </p:txBody>
      </p:sp>
      <p:sp>
        <p:nvSpPr>
          <p:cNvPr id="11" name="TextBox 10"/>
          <p:cNvSpPr txBox="1"/>
          <p:nvPr/>
        </p:nvSpPr>
        <p:spPr>
          <a:xfrm>
            <a:off x="5138928" y="850392"/>
            <a:ext cx="3675887" cy="237744"/>
          </a:xfrm>
          <a:prstGeom prst="rect">
            <a:avLst/>
          </a:prstGeom>
          <a:noFill/>
        </p:spPr>
        <p:txBody>
          <a:bodyPr wrap="square" anchor="t" lIns="0" rIns="0" tIns="0" bIns="0">
            <a:spAutoFit/>
          </a:bodyPr>
          <a:lstStyle/>
          <a:p>
            <a:pPr algn="l" marL="0" indent="0">
              <a:spcBef>
                <a:spcPts val="0"/>
              </a:spcBef>
              <a:spcAft>
                <a:spcPts val="0"/>
              </a:spcAft>
              <a:buNone/>
            </a:pPr>
            <a:r>
              <a:rPr sz="1400" b="1" i="0">
                <a:solidFill>
                  <a:srgbClr val="000000"/>
                </a:solidFill>
                <a:latin typeface="Arial"/>
              </a:rPr>
              <a:t>The two-mark oval</a:t>
            </a:r>
          </a:p>
        </p:txBody>
      </p:sp>
      <p:sp>
        <p:nvSpPr>
          <p:cNvPr id="12" name="Rounded Rectangle 11"/>
          <p:cNvSpPr/>
          <p:nvPr/>
        </p:nvSpPr>
        <p:spPr>
          <a:xfrm>
            <a:off x="5230368" y="1197864"/>
            <a:ext cx="3493008" cy="1298448"/>
          </a:xfrm>
          <a:prstGeom prst="roundRect">
            <a:avLst>
              <a:gd name="adj" fmla="val 50000"/>
            </a:avLst>
          </a:prstGeom>
          <a:noFill/>
          <a:ln w="38100">
            <a:solidFill>
              <a:srgbClr val="ED7C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5815583" y="1783080"/>
            <a:ext cx="128016" cy="128016"/>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8010143" y="1783080"/>
            <a:ext cx="128016" cy="128016"/>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5" name="Connector 14"/>
          <p:cNvCxnSpPr/>
          <p:nvPr/>
        </p:nvCxnSpPr>
        <p:spPr>
          <a:xfrm>
            <a:off x="5879592" y="1847088"/>
            <a:ext cx="2194559" cy="0"/>
          </a:xfrm>
          <a:prstGeom prst="line">
            <a:avLst/>
          </a:prstGeom>
          <a:ln w="12700">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30368" y="1920240"/>
            <a:ext cx="3493008" cy="219456"/>
          </a:xfrm>
          <a:prstGeom prst="rect">
            <a:avLst/>
          </a:prstGeom>
          <a:noFill/>
        </p:spPr>
        <p:txBody>
          <a:bodyPr wrap="square" anchor="t" lIns="0" rIns="0" tIns="0" bIns="0">
            <a:spAutoFit/>
          </a:bodyPr>
          <a:lstStyle/>
          <a:p>
            <a:pPr algn="ctr" marL="0" indent="0">
              <a:spcBef>
                <a:spcPts val="0"/>
              </a:spcBef>
              <a:spcAft>
                <a:spcPts val="0"/>
              </a:spcAft>
              <a:buNone/>
            </a:pPr>
            <a:r>
              <a:rPr sz="1000" b="0" i="1">
                <a:solidFill>
                  <a:srgbClr val="595959"/>
                </a:solidFill>
                <a:latin typeface="Arial"/>
              </a:rPr>
              <a:t>0.25 mile between marks</a:t>
            </a:r>
          </a:p>
        </p:txBody>
      </p:sp>
      <p:sp>
        <p:nvSpPr>
          <p:cNvPr id="17" name="Rectangle 16"/>
          <p:cNvSpPr/>
          <p:nvPr/>
        </p:nvSpPr>
        <p:spPr>
          <a:xfrm>
            <a:off x="5138928" y="2843784"/>
            <a:ext cx="3675887" cy="1426464"/>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03520" y="2975457"/>
            <a:ext cx="3346703" cy="1163116"/>
          </a:xfrm>
          <a:prstGeom prst="rect">
            <a:avLst/>
          </a:prstGeom>
          <a:noFill/>
        </p:spPr>
        <p:txBody>
          <a:bodyPr wrap="square" anchor="t" lIns="0" rIns="0" tIns="0" bIns="0">
            <a:spAutoFit/>
          </a:bodyPr>
          <a:lstStyle/>
          <a:p>
            <a:pPr algn="l" marL="0" indent="0">
              <a:spcBef>
                <a:spcPts val="0"/>
              </a:spcBef>
              <a:spcAft>
                <a:spcPts val="600"/>
              </a:spcAft>
              <a:buNone/>
            </a:pPr>
            <a:r>
              <a:rPr sz="1350" b="1" i="0">
                <a:solidFill>
                  <a:srgbClr val="000000"/>
                </a:solidFill>
                <a:latin typeface="Arial"/>
              </a:rPr>
              <a:t>A number to reconcile:</a:t>
            </a:r>
          </a:p>
          <a:p>
            <a:pPr algn="l" marL="0" indent="0">
              <a:spcBef>
                <a:spcPts val="0"/>
              </a:spcBef>
              <a:spcAft>
                <a:spcPts val="400"/>
              </a:spcAft>
              <a:buNone/>
            </a:pPr>
            <a:r>
              <a:rPr sz="1150" b="0" i="0">
                <a:solidFill>
                  <a:srgbClr val="000000"/>
                </a:solidFill>
                <a:latin typeface="Arial"/>
              </a:rPr>
              <a:t>The course is described as four laps. But marks a quarter mile apart put half a mile of straight into a lap before any turning, so a lap is 0.54–0.58 mile — making 2 miles about 3.5 laps. Confirm which figure ASNE scores.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ripe.jpg"/>
          <p:cNvPicPr>
            <a:picLocks noChangeAspect="1"/>
          </p:cNvPicPr>
          <p:nvPr/>
        </p:nvPicPr>
        <p:blipFill>
          <a:blip r:embed="rId3"/>
          <a:srcRect t="93500"/>
          <a:stretch>
            <a:fillRect/>
          </a:stretch>
        </p:blipFill>
        <p:spPr>
          <a:xfrm>
            <a:off x="0" y="4919472"/>
            <a:ext cx="5148072" cy="228600"/>
          </a:xfrm>
          <a:prstGeom prst="rect">
            <a:avLst/>
          </a:prstGeom>
        </p:spPr>
      </p:pic>
      <p:pic>
        <p:nvPicPr>
          <p:cNvPr id="3" name="Picture 2" descr="stripe.jpg"/>
          <p:cNvPicPr>
            <a:picLocks noChangeAspect="1"/>
          </p:cNvPicPr>
          <p:nvPr/>
        </p:nvPicPr>
        <p:blipFill>
          <a:blip r:embed="rId3"/>
          <a:srcRect t="93500" r="22200"/>
          <a:stretch>
            <a:fillRect/>
          </a:stretch>
        </p:blipFill>
        <p:spPr>
          <a:xfrm>
            <a:off x="5148072" y="4919472"/>
            <a:ext cx="4005072" cy="228600"/>
          </a:xfrm>
          <a:prstGeom prst="rect">
            <a:avLst/>
          </a:prstGeom>
        </p:spPr>
      </p:pic>
      <p:pic>
        <p:nvPicPr>
          <p:cNvPr id="4" name="Picture 3" descr="shield.png"/>
          <p:cNvPicPr>
            <a:picLocks noChangeAspect="1"/>
          </p:cNvPicPr>
          <p:nvPr/>
        </p:nvPicPr>
        <p:blipFill>
          <a:blip r:embed="rId4"/>
          <a:stretch>
            <a:fillRect/>
          </a:stretch>
        </p:blipFill>
        <p:spPr>
          <a:xfrm>
            <a:off x="118872" y="4389120"/>
            <a:ext cx="521207" cy="484632"/>
          </a:xfrm>
          <a:prstGeom prst="rect">
            <a:avLst/>
          </a:prstGeom>
        </p:spPr>
      </p:pic>
      <p:pic>
        <p:nvPicPr>
          <p:cNvPr id="5" name="Picture 4" descr="pes_logo.png"/>
          <p:cNvPicPr>
            <a:picLocks noChangeAspect="1"/>
          </p:cNvPicPr>
          <p:nvPr/>
        </p:nvPicPr>
        <p:blipFill>
          <a:blip r:embed="rId5"/>
          <a:stretch>
            <a:fillRect/>
          </a:stretch>
        </p:blipFill>
        <p:spPr>
          <a:xfrm>
            <a:off x="8394192" y="4389120"/>
            <a:ext cx="630936" cy="484632"/>
          </a:xfrm>
          <a:prstGeom prst="rect">
            <a:avLst/>
          </a:prstGeom>
        </p:spPr>
      </p:pic>
      <p:sp>
        <p:nvSpPr>
          <p:cNvPr id="6" name="TextBox 5"/>
          <p:cNvSpPr txBox="1"/>
          <p:nvPr/>
        </p:nvSpPr>
        <p:spPr>
          <a:xfrm>
            <a:off x="329184" y="201168"/>
            <a:ext cx="8485632" cy="512064"/>
          </a:xfrm>
          <a:prstGeom prst="rect">
            <a:avLst/>
          </a:prstGeom>
          <a:noFill/>
        </p:spPr>
        <p:txBody>
          <a:bodyPr wrap="square" anchor="t" lIns="0" rIns="0" tIns="0" bIns="0">
            <a:spAutoFit/>
          </a:bodyPr>
          <a:lstStyle/>
          <a:p>
            <a:pPr algn="l" marL="0" indent="0">
              <a:spcBef>
                <a:spcPts val="0"/>
              </a:spcBef>
              <a:spcAft>
                <a:spcPts val="0"/>
              </a:spcAft>
              <a:buNone/>
            </a:pPr>
            <a:r>
              <a:rPr sz="3000" b="0" i="0">
                <a:solidFill>
                  <a:srgbClr val="000000"/>
                </a:solidFill>
                <a:latin typeface="Libre Franklin SemiBold"/>
              </a:rPr>
              <a:t>Where the Boat Is Today</a:t>
            </a:r>
          </a:p>
        </p:txBody>
      </p:sp>
      <p:sp>
        <p:nvSpPr>
          <p:cNvPr id="7" name="Rectangle 6"/>
          <p:cNvSpPr/>
          <p:nvPr/>
        </p:nvSpPr>
        <p:spPr>
          <a:xfrm>
            <a:off x="329184" y="868680"/>
            <a:ext cx="2761488" cy="2560320"/>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93776" y="1000353"/>
            <a:ext cx="2432304" cy="2296972"/>
          </a:xfrm>
          <a:prstGeom prst="rect">
            <a:avLst/>
          </a:prstGeom>
          <a:noFill/>
        </p:spPr>
        <p:txBody>
          <a:bodyPr wrap="square" anchor="t" lIns="0" rIns="0" tIns="0" bIns="0">
            <a:spAutoFit/>
          </a:bodyPr>
          <a:lstStyle/>
          <a:p>
            <a:pPr algn="l" marL="0" indent="0">
              <a:spcBef>
                <a:spcPts val="0"/>
              </a:spcBef>
              <a:spcAft>
                <a:spcPts val="600"/>
              </a:spcAft>
              <a:buNone/>
            </a:pPr>
            <a:r>
              <a:rPr sz="1600" b="1" i="0">
                <a:solidFill>
                  <a:srgbClr val="2E6B33"/>
                </a:solidFill>
                <a:latin typeface="Arial"/>
              </a:rPr>
              <a:t>Works</a:t>
            </a:r>
          </a:p>
          <a:p>
            <a:pPr algn="l" marL="173736" indent="-173736">
              <a:spcBef>
                <a:spcPts val="0"/>
              </a:spcBef>
              <a:spcAft>
                <a:spcPts val="500"/>
              </a:spcAft>
              <a:buSzPct val="70000"/>
              <a:buFont typeface="Arial"/>
              <a:buChar char="●"/>
            </a:pPr>
            <a:r>
              <a:rPr sz="1250" b="0" i="0">
                <a:solidFill>
                  <a:srgbClr val="000000"/>
                </a:solidFill>
                <a:latin typeface="Arial"/>
              </a:rPr>
              <a:t>Hull: sealed, sound, no major repairs</a:t>
            </a:r>
          </a:p>
          <a:p>
            <a:pPr algn="l" marL="173736" indent="-173736">
              <a:spcBef>
                <a:spcPts val="0"/>
              </a:spcBef>
              <a:spcAft>
                <a:spcPts val="500"/>
              </a:spcAft>
              <a:buSzPct val="70000"/>
              <a:buFont typeface="Arial"/>
              <a:buChar char="●"/>
            </a:pPr>
            <a:r>
              <a:rPr sz="1250" b="0" i="0">
                <a:solidFill>
                  <a:srgbClr val="000000"/>
                </a:solidFill>
                <a:latin typeface="Arial"/>
              </a:rPr>
              <a:t>RC control and telemetry on the water</a:t>
            </a:r>
          </a:p>
          <a:p>
            <a:pPr algn="l" marL="173736" indent="-173736">
              <a:spcBef>
                <a:spcPts val="0"/>
              </a:spcBef>
              <a:spcAft>
                <a:spcPts val="500"/>
              </a:spcAft>
              <a:buSzPct val="70000"/>
              <a:buFont typeface="Arial"/>
              <a:buChar char="●"/>
            </a:pPr>
            <a:r>
              <a:rPr sz="1250" b="0" i="0">
                <a:solidFill>
                  <a:srgbClr val="000000"/>
                </a:solidFill>
                <a:latin typeface="Arial"/>
              </a:rPr>
              <a:t>Planed at 30 mph without payload</a:t>
            </a:r>
          </a:p>
          <a:p>
            <a:pPr algn="l" marL="173736" indent="-173736">
              <a:spcBef>
                <a:spcPts val="0"/>
              </a:spcBef>
              <a:spcAft>
                <a:spcPts val="500"/>
              </a:spcAft>
              <a:buSzPct val="70000"/>
              <a:buFont typeface="Arial"/>
              <a:buChar char="●"/>
            </a:pPr>
            <a:r>
              <a:rPr sz="1250" b="0" i="0">
                <a:solidFill>
                  <a:srgbClr val="000000"/>
                </a:solidFill>
                <a:latin typeface="Arial"/>
              </a:rPr>
              <a:t>Two independent HV domains</a:t>
            </a:r>
          </a:p>
          <a:p>
            <a:pPr algn="l" marL="173736" indent="-173736">
              <a:spcBef>
                <a:spcPts val="0"/>
              </a:spcBef>
              <a:spcAft>
                <a:spcPts val="500"/>
              </a:spcAft>
              <a:buSzPct val="70000"/>
              <a:buFont typeface="Arial"/>
              <a:buChar char="●"/>
            </a:pPr>
            <a:r>
              <a:rPr sz="1250" b="0" i="0">
                <a:solidFill>
                  <a:srgbClr val="000000"/>
                </a:solidFill>
                <a:latin typeface="Arial"/>
              </a:rPr>
              <a:t>Remote kill switch, ~5-mile radius</a:t>
            </a:r>
          </a:p>
        </p:txBody>
      </p:sp>
      <p:sp>
        <p:nvSpPr>
          <p:cNvPr id="9" name="Rectangle 8"/>
          <p:cNvSpPr/>
          <p:nvPr/>
        </p:nvSpPr>
        <p:spPr>
          <a:xfrm>
            <a:off x="3191256" y="868680"/>
            <a:ext cx="2761488" cy="2560320"/>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355848" y="1000353"/>
            <a:ext cx="2432304" cy="2296972"/>
          </a:xfrm>
          <a:prstGeom prst="rect">
            <a:avLst/>
          </a:prstGeom>
          <a:noFill/>
        </p:spPr>
        <p:txBody>
          <a:bodyPr wrap="square" anchor="t" lIns="0" rIns="0" tIns="0" bIns="0">
            <a:spAutoFit/>
          </a:bodyPr>
          <a:lstStyle/>
          <a:p>
            <a:pPr algn="l" marL="0" indent="0">
              <a:spcBef>
                <a:spcPts val="0"/>
              </a:spcBef>
              <a:spcAft>
                <a:spcPts val="600"/>
              </a:spcAft>
              <a:buNone/>
            </a:pPr>
            <a:r>
              <a:rPr sz="1600" b="1" i="0">
                <a:solidFill>
                  <a:srgbClr val="B32A1F"/>
                </a:solidFill>
                <a:latin typeface="Arial"/>
              </a:rPr>
              <a:t>Broken</a:t>
            </a:r>
          </a:p>
          <a:p>
            <a:pPr algn="l" marL="173736" indent="-173736">
              <a:spcBef>
                <a:spcPts val="0"/>
              </a:spcBef>
              <a:spcAft>
                <a:spcPts val="500"/>
              </a:spcAft>
              <a:buSzPct val="70000"/>
              <a:buFont typeface="Arial"/>
              <a:buChar char="●"/>
            </a:pPr>
            <a:r>
              <a:rPr sz="1250" b="0" i="0">
                <a:solidFill>
                  <a:srgbClr val="000000"/>
                </a:solidFill>
                <a:latin typeface="Arial"/>
              </a:rPr>
              <a:t>Driveline: the shaft escaped the collet mid-race</a:t>
            </a:r>
          </a:p>
          <a:p>
            <a:pPr algn="l" marL="173736" indent="-173736">
              <a:spcBef>
                <a:spcPts val="0"/>
              </a:spcBef>
              <a:spcAft>
                <a:spcPts val="500"/>
              </a:spcAft>
              <a:buSzPct val="70000"/>
              <a:buFont typeface="Arial"/>
              <a:buChar char="●"/>
            </a:pPr>
            <a:r>
              <a:rPr sz="1250" b="0" i="0">
                <a:solidFill>
                  <a:srgbClr val="000000"/>
                </a:solidFill>
                <a:latin typeface="Arial"/>
              </a:rPr>
              <a:t>One ESC failed on the bench and still needs replacing</a:t>
            </a:r>
          </a:p>
          <a:p>
            <a:pPr algn="l" marL="173736" indent="-173736">
              <a:spcBef>
                <a:spcPts val="0"/>
              </a:spcBef>
              <a:spcAft>
                <a:spcPts val="500"/>
              </a:spcAft>
              <a:buSzPct val="70000"/>
              <a:buFont typeface="Arial"/>
              <a:buChar char="●"/>
            </a:pPr>
            <a:r>
              <a:rPr sz="1250" b="0" i="0">
                <a:solidFill>
                  <a:srgbClr val="000000"/>
                </a:solidFill>
                <a:latin typeface="Arial"/>
              </a:rPr>
              <a:t>Cooling: raw water never flowed reliably</a:t>
            </a:r>
          </a:p>
        </p:txBody>
      </p:sp>
      <p:sp>
        <p:nvSpPr>
          <p:cNvPr id="11" name="Rectangle 10"/>
          <p:cNvSpPr/>
          <p:nvPr/>
        </p:nvSpPr>
        <p:spPr>
          <a:xfrm>
            <a:off x="6053328" y="868680"/>
            <a:ext cx="2761488" cy="2560320"/>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17920" y="1000353"/>
            <a:ext cx="2432304" cy="2296972"/>
          </a:xfrm>
          <a:prstGeom prst="rect">
            <a:avLst/>
          </a:prstGeom>
          <a:noFill/>
        </p:spPr>
        <p:txBody>
          <a:bodyPr wrap="square" anchor="t" lIns="0" rIns="0" tIns="0" bIns="0">
            <a:spAutoFit/>
          </a:bodyPr>
          <a:lstStyle/>
          <a:p>
            <a:pPr algn="l" marL="0" indent="0">
              <a:spcBef>
                <a:spcPts val="0"/>
              </a:spcBef>
              <a:spcAft>
                <a:spcPts val="600"/>
              </a:spcAft>
              <a:buNone/>
            </a:pPr>
            <a:r>
              <a:rPr sz="1600" b="1" i="0">
                <a:solidFill>
                  <a:srgbClr val="ED7C24"/>
                </a:solidFill>
                <a:latin typeface="Arial"/>
              </a:rPr>
              <a:t>Unknown</a:t>
            </a:r>
          </a:p>
          <a:p>
            <a:pPr algn="l" marL="173736" indent="-173736">
              <a:spcBef>
                <a:spcPts val="0"/>
              </a:spcBef>
              <a:spcAft>
                <a:spcPts val="500"/>
              </a:spcAft>
              <a:buSzPct val="70000"/>
              <a:buFont typeface="Arial"/>
              <a:buChar char="●"/>
            </a:pPr>
            <a:r>
              <a:rPr sz="1250" b="0" i="0">
                <a:solidFill>
                  <a:srgbClr val="FFFFFF"/>
                </a:solidFill>
                <a:latin typeface="Arial"/>
              </a:rPr>
              <a:t>The autonomous system — 5 lb of hardware, wired in, excluded from the thesis</a:t>
            </a:r>
          </a:p>
          <a:p>
            <a:pPr algn="l" marL="173736" indent="-173736">
              <a:spcBef>
                <a:spcPts val="0"/>
              </a:spcBef>
              <a:spcAft>
                <a:spcPts val="500"/>
              </a:spcAft>
              <a:buSzPct val="70000"/>
              <a:buFont typeface="Arial"/>
              <a:buChar char="●"/>
            </a:pPr>
            <a:r>
              <a:rPr sz="1250" b="0" i="0">
                <a:solidFill>
                  <a:srgbClr val="FFFFFF"/>
                </a:solidFill>
                <a:latin typeface="Arial"/>
              </a:rPr>
              <a:t>Has it ever steered the boat? Nobody has told us either way</a:t>
            </a:r>
          </a:p>
          <a:p>
            <a:pPr algn="l" marL="173736" indent="-173736">
              <a:spcBef>
                <a:spcPts val="0"/>
              </a:spcBef>
              <a:spcAft>
                <a:spcPts val="500"/>
              </a:spcAft>
              <a:buSzPct val="70000"/>
              <a:buFont typeface="Arial"/>
              <a:buChar char="●"/>
            </a:pPr>
            <a:r>
              <a:rPr sz="1250" b="0" i="0">
                <a:solidFill>
                  <a:srgbClr val="FFFFFF"/>
                </a:solidFill>
                <a:latin typeface="Arial"/>
              </a:rPr>
              <a:t>Battery range was never characterised</a:t>
            </a:r>
          </a:p>
        </p:txBody>
      </p:sp>
      <p:sp>
        <p:nvSpPr>
          <p:cNvPr id="13" name="Rectangle 12"/>
          <p:cNvSpPr/>
          <p:nvPr/>
        </p:nvSpPr>
        <p:spPr>
          <a:xfrm>
            <a:off x="329184" y="3566160"/>
            <a:ext cx="8485632" cy="658368"/>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12064" y="3675887"/>
            <a:ext cx="8119872" cy="438912"/>
          </a:xfrm>
          <a:prstGeom prst="rect">
            <a:avLst/>
          </a:prstGeom>
          <a:noFill/>
        </p:spPr>
        <p:txBody>
          <a:bodyPr wrap="square" anchor="ctr" lIns="0" rIns="0" tIns="0" bIns="0">
            <a:spAutoFit/>
          </a:bodyPr>
          <a:lstStyle/>
          <a:p>
            <a:pPr algn="ctr" marL="0" indent="0">
              <a:spcBef>
                <a:spcPts val="0"/>
              </a:spcBef>
              <a:spcAft>
                <a:spcPts val="0"/>
              </a:spcAft>
              <a:buNone/>
            </a:pPr>
            <a:r>
              <a:rPr sz="1300" b="1">
                <a:solidFill>
                  <a:srgbClr val="FFFFFF"/>
                </a:solidFill>
                <a:latin typeface="Arial"/>
              </a:rPr>
              <a:t>The hull was never the problem. </a:t>
            </a:r>
            <a:r>
              <a:rPr sz="1300" b="0">
                <a:solidFill>
                  <a:srgbClr val="FFFFFF"/>
                </a:solidFill>
                <a:latin typeface="Arial"/>
              </a:rPr>
              <a:t>What stopped Osprey competing was a driveline failure that ended the race, an ESC failure before it, and a cooling system that never worked.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ripe.jpg"/>
          <p:cNvPicPr>
            <a:picLocks noChangeAspect="1"/>
          </p:cNvPicPr>
          <p:nvPr/>
        </p:nvPicPr>
        <p:blipFill>
          <a:blip r:embed="rId3"/>
          <a:srcRect t="93500"/>
          <a:stretch>
            <a:fillRect/>
          </a:stretch>
        </p:blipFill>
        <p:spPr>
          <a:xfrm>
            <a:off x="0" y="4919472"/>
            <a:ext cx="5148072" cy="228600"/>
          </a:xfrm>
          <a:prstGeom prst="rect">
            <a:avLst/>
          </a:prstGeom>
        </p:spPr>
      </p:pic>
      <p:pic>
        <p:nvPicPr>
          <p:cNvPr id="3" name="Picture 2" descr="stripe.jpg"/>
          <p:cNvPicPr>
            <a:picLocks noChangeAspect="1"/>
          </p:cNvPicPr>
          <p:nvPr/>
        </p:nvPicPr>
        <p:blipFill>
          <a:blip r:embed="rId3"/>
          <a:srcRect t="93500" r="22200"/>
          <a:stretch>
            <a:fillRect/>
          </a:stretch>
        </p:blipFill>
        <p:spPr>
          <a:xfrm>
            <a:off x="5148072" y="4919472"/>
            <a:ext cx="4005072" cy="228600"/>
          </a:xfrm>
          <a:prstGeom prst="rect">
            <a:avLst/>
          </a:prstGeom>
        </p:spPr>
      </p:pic>
      <p:pic>
        <p:nvPicPr>
          <p:cNvPr id="4" name="Picture 3" descr="shield.png"/>
          <p:cNvPicPr>
            <a:picLocks noChangeAspect="1"/>
          </p:cNvPicPr>
          <p:nvPr/>
        </p:nvPicPr>
        <p:blipFill>
          <a:blip r:embed="rId4"/>
          <a:stretch>
            <a:fillRect/>
          </a:stretch>
        </p:blipFill>
        <p:spPr>
          <a:xfrm>
            <a:off x="118872" y="4389120"/>
            <a:ext cx="521207" cy="484632"/>
          </a:xfrm>
          <a:prstGeom prst="rect">
            <a:avLst/>
          </a:prstGeom>
        </p:spPr>
      </p:pic>
      <p:pic>
        <p:nvPicPr>
          <p:cNvPr id="5" name="Picture 4" descr="pes_logo.png"/>
          <p:cNvPicPr>
            <a:picLocks noChangeAspect="1"/>
          </p:cNvPicPr>
          <p:nvPr/>
        </p:nvPicPr>
        <p:blipFill>
          <a:blip r:embed="rId5"/>
          <a:stretch>
            <a:fillRect/>
          </a:stretch>
        </p:blipFill>
        <p:spPr>
          <a:xfrm>
            <a:off x="8394192" y="4389120"/>
            <a:ext cx="630936" cy="484632"/>
          </a:xfrm>
          <a:prstGeom prst="rect">
            <a:avLst/>
          </a:prstGeom>
        </p:spPr>
      </p:pic>
      <p:sp>
        <p:nvSpPr>
          <p:cNvPr id="6" name="TextBox 5"/>
          <p:cNvSpPr txBox="1"/>
          <p:nvPr/>
        </p:nvSpPr>
        <p:spPr>
          <a:xfrm>
            <a:off x="329184" y="201168"/>
            <a:ext cx="8485632" cy="512064"/>
          </a:xfrm>
          <a:prstGeom prst="rect">
            <a:avLst/>
          </a:prstGeom>
          <a:noFill/>
        </p:spPr>
        <p:txBody>
          <a:bodyPr wrap="square" anchor="t" lIns="0" rIns="0" tIns="0" bIns="0">
            <a:spAutoFit/>
          </a:bodyPr>
          <a:lstStyle/>
          <a:p>
            <a:pPr algn="l" marL="0" indent="0">
              <a:spcBef>
                <a:spcPts val="0"/>
              </a:spcBef>
              <a:spcAft>
                <a:spcPts val="0"/>
              </a:spcAft>
              <a:buNone/>
            </a:pPr>
            <a:r>
              <a:rPr sz="3000" b="0" i="0">
                <a:solidFill>
                  <a:srgbClr val="000000"/>
                </a:solidFill>
                <a:latin typeface="Libre Franklin SemiBold"/>
              </a:rPr>
              <a:t>What Ended the Last Campaign</a:t>
            </a:r>
          </a:p>
        </p:txBody>
      </p:sp>
      <p:sp>
        <p:nvSpPr>
          <p:cNvPr id="7" name="TextBox 6"/>
          <p:cNvSpPr txBox="1"/>
          <p:nvPr/>
        </p:nvSpPr>
        <p:spPr>
          <a:xfrm>
            <a:off x="329184" y="685800"/>
            <a:ext cx="8485632" cy="256032"/>
          </a:xfrm>
          <a:prstGeom prst="rect">
            <a:avLst/>
          </a:prstGeom>
          <a:noFill/>
        </p:spPr>
        <p:txBody>
          <a:bodyPr wrap="square" anchor="t" lIns="0" rIns="0" tIns="0" bIns="0">
            <a:spAutoFit/>
          </a:bodyPr>
          <a:lstStyle/>
          <a:p>
            <a:pPr algn="l" marL="0" indent="0">
              <a:spcBef>
                <a:spcPts val="0"/>
              </a:spcBef>
              <a:spcAft>
                <a:spcPts val="0"/>
              </a:spcAft>
              <a:buNone/>
            </a:pPr>
            <a:r>
              <a:rPr sz="1300" b="0" i="1">
                <a:solidFill>
                  <a:srgbClr val="595959"/>
                </a:solidFill>
                <a:latin typeface="Arial"/>
              </a:rPr>
              <a:t>All three root causes are already diagnosed</a:t>
            </a:r>
          </a:p>
        </p:txBody>
      </p:sp>
      <p:sp>
        <p:nvSpPr>
          <p:cNvPr id="8" name="Rectangle 7"/>
          <p:cNvSpPr/>
          <p:nvPr/>
        </p:nvSpPr>
        <p:spPr>
          <a:xfrm>
            <a:off x="329184" y="1060704"/>
            <a:ext cx="2761488" cy="3255264"/>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9" name="Picture 8" descr="collet.jpg"/>
          <p:cNvPicPr>
            <a:picLocks noChangeAspect="1"/>
          </p:cNvPicPr>
          <p:nvPr/>
        </p:nvPicPr>
        <p:blipFill>
          <a:blip r:embed="rId6"/>
          <a:srcRect t="22881" b="22881"/>
          <a:stretch>
            <a:fillRect/>
          </a:stretch>
        </p:blipFill>
        <p:spPr>
          <a:xfrm>
            <a:off x="457200" y="1188719"/>
            <a:ext cx="2505456" cy="1280160"/>
          </a:xfrm>
          <a:prstGeom prst="rect">
            <a:avLst/>
          </a:prstGeom>
        </p:spPr>
      </p:pic>
      <p:sp>
        <p:nvSpPr>
          <p:cNvPr id="10" name="TextBox 9"/>
          <p:cNvSpPr txBox="1"/>
          <p:nvPr/>
        </p:nvSpPr>
        <p:spPr>
          <a:xfrm>
            <a:off x="475488" y="2615184"/>
            <a:ext cx="2468880" cy="1572768"/>
          </a:xfrm>
          <a:prstGeom prst="rect">
            <a:avLst/>
          </a:prstGeom>
          <a:noFill/>
        </p:spPr>
        <p:txBody>
          <a:bodyPr wrap="square" anchor="t" lIns="0" rIns="0" tIns="0" bIns="0">
            <a:spAutoFit/>
          </a:bodyPr>
          <a:lstStyle/>
          <a:p>
            <a:pPr algn="l" marL="0" indent="0">
              <a:spcBef>
                <a:spcPts val="0"/>
              </a:spcBef>
              <a:spcAft>
                <a:spcPts val="600"/>
              </a:spcAft>
              <a:buNone/>
            </a:pPr>
            <a:r>
              <a:rPr sz="1500" b="1" i="0">
                <a:solidFill>
                  <a:srgbClr val="B32A1F"/>
                </a:solidFill>
                <a:latin typeface="Arial"/>
              </a:rPr>
              <a:t>Driveline</a:t>
            </a:r>
          </a:p>
          <a:p>
            <a:pPr algn="l" marL="164592" indent="-164592">
              <a:spcBef>
                <a:spcPts val="0"/>
              </a:spcBef>
              <a:spcAft>
                <a:spcPts val="500"/>
              </a:spcAft>
              <a:buSzPct val="70000"/>
              <a:buFont typeface="Arial"/>
              <a:buChar char="●"/>
            </a:pPr>
            <a:r>
              <a:rPr sz="1150" b="0" i="0">
                <a:solidFill>
                  <a:srgbClr val="000000"/>
                </a:solidFill>
                <a:latin typeface="Arial"/>
              </a:rPr>
              <a:t>The flex shaft and propeller escaped the collet mid-river; the open stinger flooded the stern</a:t>
            </a:r>
          </a:p>
          <a:p>
            <a:pPr algn="l" marL="164592" indent="-164592">
              <a:spcBef>
                <a:spcPts val="0"/>
              </a:spcBef>
              <a:spcAft>
                <a:spcPts val="500"/>
              </a:spcAft>
              <a:buSzPct val="70000"/>
              <a:buFont typeface="Arial"/>
              <a:buChar char="●"/>
            </a:pPr>
            <a:r>
              <a:rPr sz="1150" b="0" i="0">
                <a:solidFill>
                  <a:srgbClr val="000000"/>
                </a:solidFill>
                <a:latin typeface="Arial"/>
              </a:rPr>
              <a:t>Root cause: wear on the collet's clamping surface. The nut never backed out — the shaft vibrated through it</a:t>
            </a:r>
          </a:p>
        </p:txBody>
      </p:sp>
      <p:sp>
        <p:nvSpPr>
          <p:cNvPr id="11" name="Rectangle 10"/>
          <p:cNvSpPr/>
          <p:nvPr/>
        </p:nvSpPr>
        <p:spPr>
          <a:xfrm>
            <a:off x="3191256" y="1060704"/>
            <a:ext cx="2761488" cy="3255264"/>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esc_failed.jpg"/>
          <p:cNvPicPr>
            <a:picLocks noChangeAspect="1"/>
          </p:cNvPicPr>
          <p:nvPr/>
        </p:nvPicPr>
        <p:blipFill>
          <a:blip r:embed="rId7"/>
          <a:srcRect t="30839" b="30839"/>
          <a:stretch>
            <a:fillRect/>
          </a:stretch>
        </p:blipFill>
        <p:spPr>
          <a:xfrm>
            <a:off x="3319272" y="1188719"/>
            <a:ext cx="2505456" cy="1280160"/>
          </a:xfrm>
          <a:prstGeom prst="rect">
            <a:avLst/>
          </a:prstGeom>
        </p:spPr>
      </p:pic>
      <p:sp>
        <p:nvSpPr>
          <p:cNvPr id="13" name="TextBox 12"/>
          <p:cNvSpPr txBox="1"/>
          <p:nvPr/>
        </p:nvSpPr>
        <p:spPr>
          <a:xfrm>
            <a:off x="3337560" y="2615184"/>
            <a:ext cx="2468880" cy="1572768"/>
          </a:xfrm>
          <a:prstGeom prst="rect">
            <a:avLst/>
          </a:prstGeom>
          <a:noFill/>
        </p:spPr>
        <p:txBody>
          <a:bodyPr wrap="square" anchor="t" lIns="0" rIns="0" tIns="0" bIns="0">
            <a:spAutoFit/>
          </a:bodyPr>
          <a:lstStyle/>
          <a:p>
            <a:pPr algn="l" marL="0" indent="0">
              <a:spcBef>
                <a:spcPts val="0"/>
              </a:spcBef>
              <a:spcAft>
                <a:spcPts val="600"/>
              </a:spcAft>
              <a:buNone/>
            </a:pPr>
            <a:r>
              <a:rPr sz="1500" b="1" i="0">
                <a:solidFill>
                  <a:srgbClr val="B32A1F"/>
                </a:solidFill>
                <a:latin typeface="Arial"/>
              </a:rPr>
              <a:t>Motor controller</a:t>
            </a:r>
          </a:p>
          <a:p>
            <a:pPr algn="l" marL="164592" indent="-164592">
              <a:spcBef>
                <a:spcPts val="0"/>
              </a:spcBef>
              <a:spcAft>
                <a:spcPts val="500"/>
              </a:spcAft>
              <a:buSzPct val="70000"/>
              <a:buFont typeface="Arial"/>
              <a:buChar char="●"/>
            </a:pPr>
            <a:r>
              <a:rPr sz="1150" b="0" i="0">
                <a:solidFill>
                  <a:srgbClr val="000000"/>
                </a:solidFill>
                <a:latin typeface="Arial"/>
              </a:rPr>
              <a:t>Voltage ripple reached 27.767 V, about 60% of pack voltage, against a 10% limit</a:t>
            </a:r>
          </a:p>
          <a:p>
            <a:pPr algn="l" marL="164592" indent="-164592">
              <a:spcBef>
                <a:spcPts val="0"/>
              </a:spcBef>
              <a:spcAft>
                <a:spcPts val="500"/>
              </a:spcAft>
              <a:buSzPct val="70000"/>
              <a:buFont typeface="Arial"/>
              <a:buChar char="●"/>
            </a:pPr>
            <a:r>
              <a:rPr sz="1150" b="0" i="0">
                <a:solidFill>
                  <a:srgbClr val="000000"/>
                </a:solidFill>
                <a:latin typeface="Arial"/>
              </a:rPr>
              <a:t>Root cause: 12 C packs against the 50 C the ESCs require. Packs replaced; one ESC still needs replacing</a:t>
            </a:r>
          </a:p>
        </p:txBody>
      </p:sp>
      <p:sp>
        <p:nvSpPr>
          <p:cNvPr id="14" name="Rectangle 13"/>
          <p:cNvSpPr/>
          <p:nvPr/>
        </p:nvSpPr>
        <p:spPr>
          <a:xfrm>
            <a:off x="6053328" y="1060704"/>
            <a:ext cx="2761488" cy="3255264"/>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heat_exchanger.jpg"/>
          <p:cNvPicPr>
            <a:picLocks noChangeAspect="1"/>
          </p:cNvPicPr>
          <p:nvPr/>
        </p:nvPicPr>
        <p:blipFill>
          <a:blip r:embed="rId8"/>
          <a:srcRect t="451" b="451"/>
          <a:stretch>
            <a:fillRect/>
          </a:stretch>
        </p:blipFill>
        <p:spPr>
          <a:xfrm>
            <a:off x="6181344" y="1188719"/>
            <a:ext cx="2505456" cy="1280160"/>
          </a:xfrm>
          <a:prstGeom prst="rect">
            <a:avLst/>
          </a:prstGeom>
        </p:spPr>
      </p:pic>
      <p:sp>
        <p:nvSpPr>
          <p:cNvPr id="16" name="TextBox 15"/>
          <p:cNvSpPr txBox="1"/>
          <p:nvPr/>
        </p:nvSpPr>
        <p:spPr>
          <a:xfrm>
            <a:off x="6199632" y="2615184"/>
            <a:ext cx="2468880" cy="1572768"/>
          </a:xfrm>
          <a:prstGeom prst="rect">
            <a:avLst/>
          </a:prstGeom>
          <a:noFill/>
        </p:spPr>
        <p:txBody>
          <a:bodyPr wrap="square" anchor="t" lIns="0" rIns="0" tIns="0" bIns="0">
            <a:spAutoFit/>
          </a:bodyPr>
          <a:lstStyle/>
          <a:p>
            <a:pPr algn="l" marL="0" indent="0">
              <a:spcBef>
                <a:spcPts val="0"/>
              </a:spcBef>
              <a:spcAft>
                <a:spcPts val="600"/>
              </a:spcAft>
              <a:buNone/>
            </a:pPr>
            <a:r>
              <a:rPr sz="1500" b="1" i="0">
                <a:solidFill>
                  <a:srgbClr val="B32A1F"/>
                </a:solidFill>
                <a:latin typeface="Arial"/>
              </a:rPr>
              <a:t>Cooling</a:t>
            </a:r>
          </a:p>
          <a:p>
            <a:pPr algn="l" marL="164592" indent="-164592">
              <a:spcBef>
                <a:spcPts val="0"/>
              </a:spcBef>
              <a:spcAft>
                <a:spcPts val="500"/>
              </a:spcAft>
              <a:buSzPct val="70000"/>
              <a:buFont typeface="Arial"/>
              <a:buChar char="●"/>
            </a:pPr>
            <a:r>
              <a:rPr sz="1150" b="0" i="0">
                <a:solidFill>
                  <a:srgbClr val="000000"/>
                </a:solidFill>
                <a:latin typeface="Arial"/>
              </a:rPr>
              <a:t>The raw-water pickups never consistently flowed water through the heat exchangers</a:t>
            </a:r>
          </a:p>
          <a:p>
            <a:pPr algn="l" marL="164592" indent="-164592">
              <a:spcBef>
                <a:spcPts val="0"/>
              </a:spcBef>
              <a:spcAft>
                <a:spcPts val="500"/>
              </a:spcAft>
              <a:buSzPct val="70000"/>
              <a:buFont typeface="Arial"/>
              <a:buChar char="●"/>
            </a:pPr>
            <a:r>
              <a:rPr sz="1150" b="0" i="0">
                <a:solidFill>
                  <a:srgbClr val="000000"/>
                </a:solidFill>
                <a:latin typeface="Arial"/>
              </a:rPr>
              <a:t>It relies on hydrodynamic pressure at speed. Never fixed, never properly tested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ripe.jpg"/>
          <p:cNvPicPr>
            <a:picLocks noChangeAspect="1"/>
          </p:cNvPicPr>
          <p:nvPr/>
        </p:nvPicPr>
        <p:blipFill>
          <a:blip r:embed="rId3"/>
          <a:srcRect t="93500"/>
          <a:stretch>
            <a:fillRect/>
          </a:stretch>
        </p:blipFill>
        <p:spPr>
          <a:xfrm>
            <a:off x="0" y="4919472"/>
            <a:ext cx="5148072" cy="228600"/>
          </a:xfrm>
          <a:prstGeom prst="rect">
            <a:avLst/>
          </a:prstGeom>
        </p:spPr>
      </p:pic>
      <p:pic>
        <p:nvPicPr>
          <p:cNvPr id="3" name="Picture 2" descr="stripe.jpg"/>
          <p:cNvPicPr>
            <a:picLocks noChangeAspect="1"/>
          </p:cNvPicPr>
          <p:nvPr/>
        </p:nvPicPr>
        <p:blipFill>
          <a:blip r:embed="rId3"/>
          <a:srcRect t="93500" r="22200"/>
          <a:stretch>
            <a:fillRect/>
          </a:stretch>
        </p:blipFill>
        <p:spPr>
          <a:xfrm>
            <a:off x="5148072" y="4919472"/>
            <a:ext cx="4005072" cy="228600"/>
          </a:xfrm>
          <a:prstGeom prst="rect">
            <a:avLst/>
          </a:prstGeom>
        </p:spPr>
      </p:pic>
      <p:pic>
        <p:nvPicPr>
          <p:cNvPr id="4" name="Picture 3" descr="shield.png"/>
          <p:cNvPicPr>
            <a:picLocks noChangeAspect="1"/>
          </p:cNvPicPr>
          <p:nvPr/>
        </p:nvPicPr>
        <p:blipFill>
          <a:blip r:embed="rId4"/>
          <a:stretch>
            <a:fillRect/>
          </a:stretch>
        </p:blipFill>
        <p:spPr>
          <a:xfrm>
            <a:off x="118872" y="4389120"/>
            <a:ext cx="521207" cy="484632"/>
          </a:xfrm>
          <a:prstGeom prst="rect">
            <a:avLst/>
          </a:prstGeom>
        </p:spPr>
      </p:pic>
      <p:pic>
        <p:nvPicPr>
          <p:cNvPr id="5" name="Picture 4" descr="pes_logo.png"/>
          <p:cNvPicPr>
            <a:picLocks noChangeAspect="1"/>
          </p:cNvPicPr>
          <p:nvPr/>
        </p:nvPicPr>
        <p:blipFill>
          <a:blip r:embed="rId5"/>
          <a:stretch>
            <a:fillRect/>
          </a:stretch>
        </p:blipFill>
        <p:spPr>
          <a:xfrm>
            <a:off x="8394192" y="4389120"/>
            <a:ext cx="630936" cy="484632"/>
          </a:xfrm>
          <a:prstGeom prst="rect">
            <a:avLst/>
          </a:prstGeom>
        </p:spPr>
      </p:pic>
      <p:sp>
        <p:nvSpPr>
          <p:cNvPr id="6" name="TextBox 5"/>
          <p:cNvSpPr txBox="1"/>
          <p:nvPr/>
        </p:nvSpPr>
        <p:spPr>
          <a:xfrm>
            <a:off x="329184" y="201168"/>
            <a:ext cx="8485632" cy="512064"/>
          </a:xfrm>
          <a:prstGeom prst="rect">
            <a:avLst/>
          </a:prstGeom>
          <a:noFill/>
        </p:spPr>
        <p:txBody>
          <a:bodyPr wrap="square" anchor="t" lIns="0" rIns="0" tIns="0" bIns="0">
            <a:spAutoFit/>
          </a:bodyPr>
          <a:lstStyle/>
          <a:p>
            <a:pPr algn="l" marL="0" indent="0">
              <a:spcBef>
                <a:spcPts val="0"/>
              </a:spcBef>
              <a:spcAft>
                <a:spcPts val="0"/>
              </a:spcAft>
              <a:buNone/>
            </a:pPr>
            <a:r>
              <a:rPr sz="3000" b="0" i="0">
                <a:solidFill>
                  <a:srgbClr val="000000"/>
                </a:solidFill>
                <a:latin typeface="Libre Franklin SemiBold"/>
              </a:rPr>
              <a:t>What Has Been Added Since</a:t>
            </a:r>
          </a:p>
        </p:txBody>
      </p:sp>
      <p:sp>
        <p:nvSpPr>
          <p:cNvPr id="7" name="Rectangle 6"/>
          <p:cNvSpPr/>
          <p:nvPr/>
        </p:nvSpPr>
        <p:spPr>
          <a:xfrm>
            <a:off x="329184" y="868680"/>
            <a:ext cx="4754880" cy="2029968"/>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93776" y="1000353"/>
            <a:ext cx="4425696" cy="1766620"/>
          </a:xfrm>
          <a:prstGeom prst="rect">
            <a:avLst/>
          </a:prstGeom>
          <a:noFill/>
        </p:spPr>
        <p:txBody>
          <a:bodyPr wrap="square" anchor="t" lIns="0" rIns="0" tIns="0" bIns="0">
            <a:spAutoFit/>
          </a:bodyPr>
          <a:lstStyle/>
          <a:p>
            <a:pPr algn="l" marL="0" indent="0">
              <a:spcBef>
                <a:spcPts val="0"/>
              </a:spcBef>
              <a:spcAft>
                <a:spcPts val="600"/>
              </a:spcAft>
              <a:buNone/>
            </a:pPr>
            <a:r>
              <a:rPr sz="1500" b="1" i="0">
                <a:solidFill>
                  <a:srgbClr val="000000"/>
                </a:solidFill>
                <a:latin typeface="Arial"/>
              </a:rPr>
              <a:t>A manoeuvring simulation and control design:</a:t>
            </a:r>
          </a:p>
          <a:p>
            <a:pPr algn="l" marL="173736" indent="-173736">
              <a:spcBef>
                <a:spcPts val="0"/>
              </a:spcBef>
              <a:spcAft>
                <a:spcPts val="400"/>
              </a:spcAft>
              <a:buSzPct val="70000"/>
              <a:buFont typeface="Arial"/>
              <a:buChar char="●"/>
            </a:pPr>
            <a:r>
              <a:rPr sz="1300" b="1">
                <a:solidFill>
                  <a:srgbClr val="000000"/>
                </a:solidFill>
                <a:latin typeface="Arial"/>
              </a:rPr>
              <a:t>Python 3-DOF simulation</a:t>
            </a:r>
            <a:r>
              <a:rPr sz="1300" b="0">
                <a:solidFill>
                  <a:srgbClr val="000000"/>
                </a:solidFill>
                <a:latin typeface="Arial"/>
              </a:rPr>
              <a:t> of hull, rudder, props and sensors — 49 checks, all passing</a:t>
            </a:r>
          </a:p>
          <a:p>
            <a:pPr algn="l" marL="173736" indent="-173736">
              <a:spcBef>
                <a:spcPts val="0"/>
              </a:spcBef>
              <a:spcAft>
                <a:spcPts val="400"/>
              </a:spcAft>
              <a:buSzPct val="70000"/>
              <a:buFont typeface="Arial"/>
              <a:buChar char="●"/>
            </a:pPr>
            <a:r>
              <a:rPr sz="1300" b="1">
                <a:solidFill>
                  <a:srgbClr val="000000"/>
                </a:solidFill>
                <a:latin typeface="Arial"/>
              </a:rPr>
              <a:t>Validated to ~3%</a:t>
            </a:r>
            <a:r>
              <a:rPr sz="1300" b="0">
                <a:solidFill>
                  <a:srgbClr val="000000"/>
                </a:solidFill>
                <a:latin typeface="Arial"/>
              </a:rPr>
              <a:t> against the one logged planing run</a:t>
            </a:r>
          </a:p>
          <a:p>
            <a:pPr algn="l" marL="173736" indent="-173736">
              <a:spcBef>
                <a:spcPts val="0"/>
              </a:spcBef>
              <a:spcAft>
                <a:spcPts val="400"/>
              </a:spcAft>
              <a:buSzPct val="70000"/>
              <a:buFont typeface="Arial"/>
              <a:buChar char="●"/>
            </a:pPr>
            <a:r>
              <a:rPr sz="1300" b="1">
                <a:solidFill>
                  <a:srgbClr val="000000"/>
                </a:solidFill>
                <a:latin typeface="Arial"/>
              </a:rPr>
              <a:t>ArduPilot Lua autopilot:</a:t>
            </a:r>
            <a:r>
              <a:rPr sz="1300" b="0">
                <a:solidFill>
                  <a:srgbClr val="000000"/>
                </a:solidFill>
                <a:latin typeface="Arial"/>
              </a:rPr>
              <a:t> motors steer below 10 mph, rudder above</a:t>
            </a:r>
          </a:p>
          <a:p>
            <a:pPr algn="l" marL="173736" indent="-173736">
              <a:spcBef>
                <a:spcPts val="0"/>
              </a:spcBef>
              <a:spcAft>
                <a:spcPts val="400"/>
              </a:spcAft>
              <a:buSzPct val="70000"/>
              <a:buFont typeface="Arial"/>
              <a:buChar char="●"/>
            </a:pPr>
            <a:r>
              <a:rPr sz="1300" b="1">
                <a:solidFill>
                  <a:srgbClr val="000000"/>
                </a:solidFill>
                <a:latin typeface="Arial"/>
              </a:rPr>
              <a:t>Flown at 50 mph from a standing start</a:t>
            </a:r>
            <a:r>
              <a:rPr sz="1300" b="0">
                <a:solidFill>
                  <a:srgbClr val="000000"/>
                </a:solidFill>
                <a:latin typeface="Arial"/>
              </a:rPr>
              <a:t> — never on hardware</a:t>
            </a:r>
          </a:p>
        </p:txBody>
      </p:sp>
      <p:sp>
        <p:nvSpPr>
          <p:cNvPr id="9" name="Rectangle 8"/>
          <p:cNvSpPr/>
          <p:nvPr/>
        </p:nvSpPr>
        <p:spPr>
          <a:xfrm>
            <a:off x="329184" y="2990087"/>
            <a:ext cx="4754880" cy="1280160"/>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93776" y="3121761"/>
            <a:ext cx="4425696" cy="1016812"/>
          </a:xfrm>
          <a:prstGeom prst="rect">
            <a:avLst/>
          </a:prstGeom>
          <a:noFill/>
        </p:spPr>
        <p:txBody>
          <a:bodyPr wrap="square" anchor="t" lIns="0" rIns="0" tIns="0" bIns="0">
            <a:spAutoFit/>
          </a:bodyPr>
          <a:lstStyle/>
          <a:p>
            <a:pPr algn="l" marL="0" indent="0">
              <a:spcBef>
                <a:spcPts val="0"/>
              </a:spcBef>
              <a:spcAft>
                <a:spcPts val="600"/>
              </a:spcAft>
              <a:buNone/>
            </a:pPr>
            <a:r>
              <a:rPr sz="1500" b="1" i="0">
                <a:solidFill>
                  <a:srgbClr val="ED7C24"/>
                </a:solidFill>
                <a:latin typeface="Arial"/>
              </a:rPr>
              <a:t>Read this before trusting any number:</a:t>
            </a:r>
          </a:p>
          <a:p>
            <a:pPr algn="l" marL="0" indent="0">
              <a:spcBef>
                <a:spcPts val="0"/>
              </a:spcBef>
              <a:spcAft>
                <a:spcPts val="400"/>
              </a:spcAft>
              <a:buNone/>
            </a:pPr>
            <a:r>
              <a:rPr sz="1250" b="0" i="0">
                <a:solidFill>
                  <a:srgbClr val="FFFFFF"/>
                </a:solidFill>
                <a:latin typeface="Arial"/>
              </a:rPr>
              <a:t>The hull coefficients are unknown to within ±5×. Every deliverable is built to survive being wrong by that much — and anything that does not survive it is labelled as such.</a:t>
            </a:r>
          </a:p>
        </p:txBody>
      </p:sp>
      <p:pic>
        <p:nvPicPr>
          <p:cNvPr id="11" name="Picture 10" descr="planing_run.jpg"/>
          <p:cNvPicPr>
            <a:picLocks noChangeAspect="1"/>
          </p:cNvPicPr>
          <p:nvPr/>
        </p:nvPicPr>
        <p:blipFill>
          <a:blip r:embed="rId6"/>
          <a:srcRect t="9606" b="9606"/>
          <a:stretch>
            <a:fillRect/>
          </a:stretch>
        </p:blipFill>
        <p:spPr>
          <a:xfrm>
            <a:off x="5248656" y="868680"/>
            <a:ext cx="3566160" cy="1920240"/>
          </a:xfrm>
          <a:prstGeom prst="rect">
            <a:avLst/>
          </a:prstGeom>
        </p:spPr>
      </p:pic>
      <p:pic>
        <p:nvPicPr>
          <p:cNvPr id="12" name="Picture 11" descr="internals.jpg"/>
          <p:cNvPicPr>
            <a:picLocks noChangeAspect="1"/>
          </p:cNvPicPr>
          <p:nvPr/>
        </p:nvPicPr>
        <p:blipFill>
          <a:blip r:embed="rId7"/>
          <a:srcRect t="20000" b="20000"/>
          <a:stretch>
            <a:fillRect/>
          </a:stretch>
        </p:blipFill>
        <p:spPr>
          <a:xfrm>
            <a:off x="5248656" y="2880360"/>
            <a:ext cx="1737360" cy="1389888"/>
          </a:xfrm>
          <a:prstGeom prst="rect">
            <a:avLst/>
          </a:prstGeom>
        </p:spPr>
      </p:pic>
      <p:pic>
        <p:nvPicPr>
          <p:cNvPr id="13" name="Picture 12" descr="rudder_installed.jpg"/>
          <p:cNvPicPr>
            <a:picLocks noChangeAspect="1"/>
          </p:cNvPicPr>
          <p:nvPr/>
        </p:nvPicPr>
        <p:blipFill>
          <a:blip r:embed="rId8"/>
          <a:srcRect t="20000" b="20000"/>
          <a:stretch>
            <a:fillRect/>
          </a:stretch>
        </p:blipFill>
        <p:spPr>
          <a:xfrm>
            <a:off x="7077456" y="2880360"/>
            <a:ext cx="1737360" cy="1389888"/>
          </a:xfrm>
          <a:prstGeom prst="rect">
            <a:avLst/>
          </a:prstGeom>
        </p:spPr>
      </p:pic>
      <p:sp>
        <p:nvSpPr>
          <p:cNvPr id="14" name="TextBox 13"/>
          <p:cNvSpPr txBox="1"/>
          <p:nvPr/>
        </p:nvSpPr>
        <p:spPr>
          <a:xfrm>
            <a:off x="5248656" y="4325112"/>
            <a:ext cx="3566160" cy="329184"/>
          </a:xfrm>
          <a:prstGeom prst="rect">
            <a:avLst/>
          </a:prstGeom>
          <a:noFill/>
        </p:spPr>
        <p:txBody>
          <a:bodyPr wrap="square" anchor="t" lIns="0" rIns="0" tIns="0" bIns="0">
            <a:spAutoFit/>
          </a:bodyPr>
          <a:lstStyle/>
          <a:p>
            <a:pPr algn="l" marL="0" indent="0">
              <a:spcBef>
                <a:spcPts val="0"/>
              </a:spcBef>
              <a:spcAft>
                <a:spcPts val="0"/>
              </a:spcAft>
              <a:buNone/>
            </a:pPr>
            <a:r>
              <a:rPr sz="900" b="0" i="1">
                <a:solidFill>
                  <a:srgbClr val="595959"/>
                </a:solidFill>
                <a:latin typeface="Arial"/>
              </a:rPr>
              <a:t>The logged planing run, and the hardware the model describes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ripe.jpg"/>
          <p:cNvPicPr>
            <a:picLocks noChangeAspect="1"/>
          </p:cNvPicPr>
          <p:nvPr/>
        </p:nvPicPr>
        <p:blipFill>
          <a:blip r:embed="rId3"/>
          <a:srcRect t="93500"/>
          <a:stretch>
            <a:fillRect/>
          </a:stretch>
        </p:blipFill>
        <p:spPr>
          <a:xfrm>
            <a:off x="0" y="4919472"/>
            <a:ext cx="5148072" cy="228600"/>
          </a:xfrm>
          <a:prstGeom prst="rect">
            <a:avLst/>
          </a:prstGeom>
        </p:spPr>
      </p:pic>
      <p:pic>
        <p:nvPicPr>
          <p:cNvPr id="3" name="Picture 2" descr="stripe.jpg"/>
          <p:cNvPicPr>
            <a:picLocks noChangeAspect="1"/>
          </p:cNvPicPr>
          <p:nvPr/>
        </p:nvPicPr>
        <p:blipFill>
          <a:blip r:embed="rId3"/>
          <a:srcRect t="93500" r="22200"/>
          <a:stretch>
            <a:fillRect/>
          </a:stretch>
        </p:blipFill>
        <p:spPr>
          <a:xfrm>
            <a:off x="5148072" y="4919472"/>
            <a:ext cx="4005072" cy="228600"/>
          </a:xfrm>
          <a:prstGeom prst="rect">
            <a:avLst/>
          </a:prstGeom>
        </p:spPr>
      </p:pic>
      <p:pic>
        <p:nvPicPr>
          <p:cNvPr id="4" name="Picture 3" descr="shield.png"/>
          <p:cNvPicPr>
            <a:picLocks noChangeAspect="1"/>
          </p:cNvPicPr>
          <p:nvPr/>
        </p:nvPicPr>
        <p:blipFill>
          <a:blip r:embed="rId4"/>
          <a:stretch>
            <a:fillRect/>
          </a:stretch>
        </p:blipFill>
        <p:spPr>
          <a:xfrm>
            <a:off x="118872" y="4389120"/>
            <a:ext cx="521207" cy="484632"/>
          </a:xfrm>
          <a:prstGeom prst="rect">
            <a:avLst/>
          </a:prstGeom>
        </p:spPr>
      </p:pic>
      <p:pic>
        <p:nvPicPr>
          <p:cNvPr id="5" name="Picture 4" descr="pes_logo.png"/>
          <p:cNvPicPr>
            <a:picLocks noChangeAspect="1"/>
          </p:cNvPicPr>
          <p:nvPr/>
        </p:nvPicPr>
        <p:blipFill>
          <a:blip r:embed="rId5"/>
          <a:stretch>
            <a:fillRect/>
          </a:stretch>
        </p:blipFill>
        <p:spPr>
          <a:xfrm>
            <a:off x="8394192" y="4389120"/>
            <a:ext cx="630936" cy="484632"/>
          </a:xfrm>
          <a:prstGeom prst="rect">
            <a:avLst/>
          </a:prstGeom>
        </p:spPr>
      </p:pic>
      <p:sp>
        <p:nvSpPr>
          <p:cNvPr id="6" name="TextBox 5"/>
          <p:cNvSpPr txBox="1"/>
          <p:nvPr/>
        </p:nvSpPr>
        <p:spPr>
          <a:xfrm>
            <a:off x="329184" y="201168"/>
            <a:ext cx="8485632" cy="512064"/>
          </a:xfrm>
          <a:prstGeom prst="rect">
            <a:avLst/>
          </a:prstGeom>
          <a:noFill/>
        </p:spPr>
        <p:txBody>
          <a:bodyPr wrap="square" anchor="t" lIns="0" rIns="0" tIns="0" bIns="0">
            <a:spAutoFit/>
          </a:bodyPr>
          <a:lstStyle/>
          <a:p>
            <a:pPr algn="l" marL="0" indent="0">
              <a:spcBef>
                <a:spcPts val="0"/>
              </a:spcBef>
              <a:spcAft>
                <a:spcPts val="0"/>
              </a:spcAft>
              <a:buNone/>
            </a:pPr>
            <a:r>
              <a:rPr sz="3000" b="0" i="0">
                <a:solidFill>
                  <a:srgbClr val="000000"/>
                </a:solidFill>
                <a:latin typeface="Libre Franklin SemiBold"/>
              </a:rPr>
              <a:t>Four Findings That Change What We Do</a:t>
            </a:r>
          </a:p>
        </p:txBody>
      </p:sp>
      <p:sp>
        <p:nvSpPr>
          <p:cNvPr id="7" name="Rectangle 6"/>
          <p:cNvSpPr/>
          <p:nvPr/>
        </p:nvSpPr>
        <p:spPr>
          <a:xfrm>
            <a:off x="329184" y="868680"/>
            <a:ext cx="8485632" cy="786384"/>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329184" y="868680"/>
            <a:ext cx="566928" cy="786384"/>
          </a:xfrm>
          <a:prstGeom prst="rect">
            <a:avLst/>
          </a:prstGeom>
          <a:solidFill>
            <a:srgbClr val="ED7C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29184" y="868680"/>
            <a:ext cx="566928" cy="786384"/>
          </a:xfrm>
          <a:prstGeom prst="rect">
            <a:avLst/>
          </a:prstGeom>
          <a:noFill/>
        </p:spPr>
        <p:txBody>
          <a:bodyPr wrap="square" anchor="ctr" lIns="0" rIns="0" tIns="0" bIns="0">
            <a:spAutoFit/>
          </a:bodyPr>
          <a:lstStyle/>
          <a:p>
            <a:pPr algn="ctr" marL="0" indent="0">
              <a:spcBef>
                <a:spcPts val="0"/>
              </a:spcBef>
              <a:spcAft>
                <a:spcPts val="0"/>
              </a:spcAft>
              <a:buNone/>
            </a:pPr>
            <a:r>
              <a:rPr sz="2600" b="0" i="1">
                <a:solidFill>
                  <a:srgbClr val="FFFFFF"/>
                </a:solidFill>
                <a:latin typeface="Anton"/>
              </a:rPr>
              <a:t>1</a:t>
            </a:r>
          </a:p>
        </p:txBody>
      </p:sp>
      <p:sp>
        <p:nvSpPr>
          <p:cNvPr id="10" name="TextBox 9"/>
          <p:cNvSpPr txBox="1"/>
          <p:nvPr/>
        </p:nvSpPr>
        <p:spPr>
          <a:xfrm>
            <a:off x="1042415" y="987552"/>
            <a:ext cx="7644383" cy="585216"/>
          </a:xfrm>
          <a:prstGeom prst="rect">
            <a:avLst/>
          </a:prstGeom>
          <a:noFill/>
        </p:spPr>
        <p:txBody>
          <a:bodyPr wrap="square" anchor="t" lIns="0" rIns="0" tIns="0" bIns="0">
            <a:spAutoFit/>
          </a:bodyPr>
          <a:lstStyle/>
          <a:p>
            <a:pPr algn="l" marL="0" indent="0">
              <a:spcBef>
                <a:spcPts val="0"/>
              </a:spcBef>
              <a:spcAft>
                <a:spcPts val="300"/>
              </a:spcAft>
              <a:buNone/>
            </a:pPr>
            <a:r>
              <a:rPr sz="1350" b="1" i="0">
                <a:solidFill>
                  <a:srgbClr val="000000"/>
                </a:solidFill>
                <a:latin typeface="Arial"/>
              </a:rPr>
              <a:t>Size the rudder on span, not area</a:t>
            </a:r>
          </a:p>
          <a:p>
            <a:pPr algn="l" marL="0" indent="0">
              <a:spcBef>
                <a:spcPts val="0"/>
              </a:spcBef>
              <a:spcAft>
                <a:spcPts val="0"/>
              </a:spcAft>
              <a:buNone/>
            </a:pPr>
            <a:r>
              <a:rPr sz="1150" b="0" i="0">
                <a:solidFill>
                  <a:srgbClr val="000000"/>
                </a:solidFill>
                <a:latin typeface="Arial"/>
              </a:rPr>
              <a:t>Authority is area × lift-curve slope. 30× the area at fixed span buys 32% more authority; 3.3× the area via span buys 5.3×. Chosen: 45 mm × 5 in, 2.7× the old blade.</a:t>
            </a:r>
          </a:p>
        </p:txBody>
      </p:sp>
      <p:sp>
        <p:nvSpPr>
          <p:cNvPr id="11" name="Rectangle 10"/>
          <p:cNvSpPr/>
          <p:nvPr/>
        </p:nvSpPr>
        <p:spPr>
          <a:xfrm>
            <a:off x="329184" y="1746504"/>
            <a:ext cx="8485632" cy="786384"/>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29184" y="1746504"/>
            <a:ext cx="566928" cy="786384"/>
          </a:xfrm>
          <a:prstGeom prst="rect">
            <a:avLst/>
          </a:prstGeom>
          <a:solidFill>
            <a:srgbClr val="ED7C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29184" y="1746504"/>
            <a:ext cx="566928" cy="786384"/>
          </a:xfrm>
          <a:prstGeom prst="rect">
            <a:avLst/>
          </a:prstGeom>
          <a:noFill/>
        </p:spPr>
        <p:txBody>
          <a:bodyPr wrap="square" anchor="ctr" lIns="0" rIns="0" tIns="0" bIns="0">
            <a:spAutoFit/>
          </a:bodyPr>
          <a:lstStyle/>
          <a:p>
            <a:pPr algn="ctr" marL="0" indent="0">
              <a:spcBef>
                <a:spcPts val="0"/>
              </a:spcBef>
              <a:spcAft>
                <a:spcPts val="0"/>
              </a:spcAft>
              <a:buNone/>
            </a:pPr>
            <a:r>
              <a:rPr sz="2600" b="0" i="1">
                <a:solidFill>
                  <a:srgbClr val="FFFFFF"/>
                </a:solidFill>
                <a:latin typeface="Anton"/>
              </a:rPr>
              <a:t>2</a:t>
            </a:r>
          </a:p>
        </p:txBody>
      </p:sp>
      <p:sp>
        <p:nvSpPr>
          <p:cNvPr id="14" name="TextBox 13"/>
          <p:cNvSpPr txBox="1"/>
          <p:nvPr/>
        </p:nvSpPr>
        <p:spPr>
          <a:xfrm>
            <a:off x="1042415" y="1865376"/>
            <a:ext cx="7644383" cy="585216"/>
          </a:xfrm>
          <a:prstGeom prst="rect">
            <a:avLst/>
          </a:prstGeom>
          <a:noFill/>
        </p:spPr>
        <p:txBody>
          <a:bodyPr wrap="square" anchor="t" lIns="0" rIns="0" tIns="0" bIns="0">
            <a:spAutoFit/>
          </a:bodyPr>
          <a:lstStyle/>
          <a:p>
            <a:pPr algn="l" marL="0" indent="0">
              <a:spcBef>
                <a:spcPts val="0"/>
              </a:spcBef>
              <a:spcAft>
                <a:spcPts val="300"/>
              </a:spcAft>
              <a:buNone/>
            </a:pPr>
            <a:r>
              <a:rPr sz="1350" b="1" i="0">
                <a:solidFill>
                  <a:srgbClr val="FFFFFF"/>
                </a:solidFill>
                <a:latin typeface="Arial"/>
              </a:rPr>
              <a:t>At 50 mph, the unknowns decide whether it can turn</a:t>
            </a:r>
          </a:p>
          <a:p>
            <a:pPr algn="l" marL="0" indent="0">
              <a:spcBef>
                <a:spcPts val="0"/>
              </a:spcBef>
              <a:spcAft>
                <a:spcPts val="0"/>
              </a:spcAft>
              <a:buNone/>
            </a:pPr>
            <a:r>
              <a:rPr sz="1150" b="0" i="0">
                <a:solidFill>
                  <a:srgbClr val="FFFFFF"/>
                </a:solidFill>
                <a:latin typeface="Arial"/>
              </a:rPr>
              <a:t>The nominal boat finishes with either blade. Across the plausible hull range, 63% of boats with the old blade cannot make the marks, 38% with the new one. Measuring the hull is the critical path.</a:t>
            </a:r>
          </a:p>
        </p:txBody>
      </p:sp>
      <p:sp>
        <p:nvSpPr>
          <p:cNvPr id="15" name="Rectangle 14"/>
          <p:cNvSpPr/>
          <p:nvPr/>
        </p:nvSpPr>
        <p:spPr>
          <a:xfrm>
            <a:off x="329184" y="2624328"/>
            <a:ext cx="8485632" cy="786384"/>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329184" y="2624328"/>
            <a:ext cx="566928" cy="786384"/>
          </a:xfrm>
          <a:prstGeom prst="rect">
            <a:avLst/>
          </a:prstGeom>
          <a:solidFill>
            <a:srgbClr val="ED7C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9184" y="2624328"/>
            <a:ext cx="566928" cy="786384"/>
          </a:xfrm>
          <a:prstGeom prst="rect">
            <a:avLst/>
          </a:prstGeom>
          <a:noFill/>
        </p:spPr>
        <p:txBody>
          <a:bodyPr wrap="square" anchor="ctr" lIns="0" rIns="0" tIns="0" bIns="0">
            <a:spAutoFit/>
          </a:bodyPr>
          <a:lstStyle/>
          <a:p>
            <a:pPr algn="ctr" marL="0" indent="0">
              <a:spcBef>
                <a:spcPts val="0"/>
              </a:spcBef>
              <a:spcAft>
                <a:spcPts val="0"/>
              </a:spcAft>
              <a:buNone/>
            </a:pPr>
            <a:r>
              <a:rPr sz="2600" b="0" i="1">
                <a:solidFill>
                  <a:srgbClr val="FFFFFF"/>
                </a:solidFill>
                <a:latin typeface="Anton"/>
              </a:rPr>
              <a:t>3</a:t>
            </a:r>
          </a:p>
        </p:txBody>
      </p:sp>
      <p:sp>
        <p:nvSpPr>
          <p:cNvPr id="18" name="TextBox 17"/>
          <p:cNvSpPr txBox="1"/>
          <p:nvPr/>
        </p:nvSpPr>
        <p:spPr>
          <a:xfrm>
            <a:off x="1042415" y="2743200"/>
            <a:ext cx="7644383" cy="585216"/>
          </a:xfrm>
          <a:prstGeom prst="rect">
            <a:avLst/>
          </a:prstGeom>
          <a:noFill/>
        </p:spPr>
        <p:txBody>
          <a:bodyPr wrap="square" anchor="t" lIns="0" rIns="0" tIns="0" bIns="0">
            <a:spAutoFit/>
          </a:bodyPr>
          <a:lstStyle/>
          <a:p>
            <a:pPr algn="l" marL="0" indent="0">
              <a:spcBef>
                <a:spcPts val="0"/>
              </a:spcBef>
              <a:spcAft>
                <a:spcPts val="300"/>
              </a:spcAft>
              <a:buNone/>
            </a:pPr>
            <a:r>
              <a:rPr sz="1350" b="1" i="0">
                <a:solidFill>
                  <a:srgbClr val="000000"/>
                </a:solidFill>
                <a:latin typeface="Arial"/>
              </a:rPr>
              <a:t>The powertrain is correctly sized. The boat is not using it</a:t>
            </a:r>
          </a:p>
          <a:p>
            <a:pPr algn="l" marL="0" indent="0">
              <a:spcBef>
                <a:spcPts val="0"/>
              </a:spcBef>
              <a:spcAft>
                <a:spcPts val="0"/>
              </a:spcAft>
              <a:buNone/>
            </a:pPr>
            <a:r>
              <a:rPr sz="1150" b="0" i="0">
                <a:solidFill>
                  <a:srgbClr val="000000"/>
                </a:solidFill>
                <a:latin typeface="Arial"/>
              </a:rPr>
              <a:t>80 mph needs about 180 A per motor. The ESC is rated 180 A continuous — it matches almost exactly. What is 4× short is the current actually drawn: 45 A. That is a propeller problem, and no new electronics fixes it.</a:t>
            </a:r>
          </a:p>
        </p:txBody>
      </p:sp>
      <p:sp>
        <p:nvSpPr>
          <p:cNvPr id="19" name="Rectangle 18"/>
          <p:cNvSpPr/>
          <p:nvPr/>
        </p:nvSpPr>
        <p:spPr>
          <a:xfrm>
            <a:off x="329184" y="3502152"/>
            <a:ext cx="8485632" cy="786384"/>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329184" y="3502152"/>
            <a:ext cx="566928" cy="786384"/>
          </a:xfrm>
          <a:prstGeom prst="rect">
            <a:avLst/>
          </a:prstGeom>
          <a:solidFill>
            <a:srgbClr val="ED7C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29184" y="3502152"/>
            <a:ext cx="566928" cy="786384"/>
          </a:xfrm>
          <a:prstGeom prst="rect">
            <a:avLst/>
          </a:prstGeom>
          <a:noFill/>
        </p:spPr>
        <p:txBody>
          <a:bodyPr wrap="square" anchor="ctr" lIns="0" rIns="0" tIns="0" bIns="0">
            <a:spAutoFit/>
          </a:bodyPr>
          <a:lstStyle/>
          <a:p>
            <a:pPr algn="ctr" marL="0" indent="0">
              <a:spcBef>
                <a:spcPts val="0"/>
              </a:spcBef>
              <a:spcAft>
                <a:spcPts val="0"/>
              </a:spcAft>
              <a:buNone/>
            </a:pPr>
            <a:r>
              <a:rPr sz="2600" b="0" i="1">
                <a:solidFill>
                  <a:srgbClr val="FFFFFF"/>
                </a:solidFill>
                <a:latin typeface="Anton"/>
              </a:rPr>
              <a:t>4</a:t>
            </a:r>
          </a:p>
        </p:txBody>
      </p:sp>
      <p:sp>
        <p:nvSpPr>
          <p:cNvPr id="22" name="TextBox 21"/>
          <p:cNvSpPr txBox="1"/>
          <p:nvPr/>
        </p:nvSpPr>
        <p:spPr>
          <a:xfrm>
            <a:off x="1042415" y="3621024"/>
            <a:ext cx="7644383" cy="585216"/>
          </a:xfrm>
          <a:prstGeom prst="rect">
            <a:avLst/>
          </a:prstGeom>
          <a:noFill/>
        </p:spPr>
        <p:txBody>
          <a:bodyPr wrap="square" anchor="t" lIns="0" rIns="0" tIns="0" bIns="0">
            <a:spAutoFit/>
          </a:bodyPr>
          <a:lstStyle/>
          <a:p>
            <a:pPr algn="l" marL="0" indent="0">
              <a:spcBef>
                <a:spcPts val="0"/>
              </a:spcBef>
              <a:spcAft>
                <a:spcPts val="300"/>
              </a:spcAft>
              <a:buNone/>
            </a:pPr>
            <a:r>
              <a:rPr sz="1350" b="1" i="0">
                <a:solidFill>
                  <a:srgbClr val="FFFFFF"/>
                </a:solidFill>
                <a:latin typeface="Arial"/>
              </a:rPr>
              <a:t>Limit servo travel to ±10°, not ±35°</a:t>
            </a:r>
          </a:p>
          <a:p>
            <a:pPr algn="l" marL="0" indent="0">
              <a:spcBef>
                <a:spcPts val="0"/>
              </a:spcBef>
              <a:spcAft>
                <a:spcPts val="0"/>
              </a:spcAft>
              <a:buNone/>
            </a:pPr>
            <a:r>
              <a:rPr sz="1150" b="0" i="0">
                <a:solidFill>
                  <a:srgbClr val="FFFFFF"/>
                </a:solidFill>
                <a:latin typeface="Arial"/>
              </a:rPr>
              <a:t>Past ventilation onset the yaw moment falls as deflection rises — 64.4 down to 38.7 N·m at 13.4 m/s, latched until it unloads. Commanding into that region hands the controller a negative plant gain.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ripe.jpg"/>
          <p:cNvPicPr>
            <a:picLocks noChangeAspect="1"/>
          </p:cNvPicPr>
          <p:nvPr/>
        </p:nvPicPr>
        <p:blipFill>
          <a:blip r:embed="rId3"/>
          <a:srcRect t="93500"/>
          <a:stretch>
            <a:fillRect/>
          </a:stretch>
        </p:blipFill>
        <p:spPr>
          <a:xfrm>
            <a:off x="0" y="4919472"/>
            <a:ext cx="5148072" cy="228600"/>
          </a:xfrm>
          <a:prstGeom prst="rect">
            <a:avLst/>
          </a:prstGeom>
        </p:spPr>
      </p:pic>
      <p:pic>
        <p:nvPicPr>
          <p:cNvPr id="3" name="Picture 2" descr="stripe.jpg"/>
          <p:cNvPicPr>
            <a:picLocks noChangeAspect="1"/>
          </p:cNvPicPr>
          <p:nvPr/>
        </p:nvPicPr>
        <p:blipFill>
          <a:blip r:embed="rId3"/>
          <a:srcRect t="93500" r="22200"/>
          <a:stretch>
            <a:fillRect/>
          </a:stretch>
        </p:blipFill>
        <p:spPr>
          <a:xfrm>
            <a:off x="5148072" y="4919472"/>
            <a:ext cx="4005072" cy="228600"/>
          </a:xfrm>
          <a:prstGeom prst="rect">
            <a:avLst/>
          </a:prstGeom>
        </p:spPr>
      </p:pic>
      <p:pic>
        <p:nvPicPr>
          <p:cNvPr id="4" name="Picture 3" descr="shield.png"/>
          <p:cNvPicPr>
            <a:picLocks noChangeAspect="1"/>
          </p:cNvPicPr>
          <p:nvPr/>
        </p:nvPicPr>
        <p:blipFill>
          <a:blip r:embed="rId4"/>
          <a:stretch>
            <a:fillRect/>
          </a:stretch>
        </p:blipFill>
        <p:spPr>
          <a:xfrm>
            <a:off x="118872" y="4389120"/>
            <a:ext cx="521207" cy="484632"/>
          </a:xfrm>
          <a:prstGeom prst="rect">
            <a:avLst/>
          </a:prstGeom>
        </p:spPr>
      </p:pic>
      <p:pic>
        <p:nvPicPr>
          <p:cNvPr id="5" name="Picture 4" descr="pes_logo.png"/>
          <p:cNvPicPr>
            <a:picLocks noChangeAspect="1"/>
          </p:cNvPicPr>
          <p:nvPr/>
        </p:nvPicPr>
        <p:blipFill>
          <a:blip r:embed="rId5"/>
          <a:stretch>
            <a:fillRect/>
          </a:stretch>
        </p:blipFill>
        <p:spPr>
          <a:xfrm>
            <a:off x="8394192" y="4389120"/>
            <a:ext cx="630936" cy="484632"/>
          </a:xfrm>
          <a:prstGeom prst="rect">
            <a:avLst/>
          </a:prstGeom>
        </p:spPr>
      </p:pic>
      <p:sp>
        <p:nvSpPr>
          <p:cNvPr id="6" name="TextBox 5"/>
          <p:cNvSpPr txBox="1"/>
          <p:nvPr/>
        </p:nvSpPr>
        <p:spPr>
          <a:xfrm>
            <a:off x="329184" y="201168"/>
            <a:ext cx="8485632" cy="512064"/>
          </a:xfrm>
          <a:prstGeom prst="rect">
            <a:avLst/>
          </a:prstGeom>
          <a:noFill/>
        </p:spPr>
        <p:txBody>
          <a:bodyPr wrap="square" anchor="t" lIns="0" rIns="0" tIns="0" bIns="0">
            <a:spAutoFit/>
          </a:bodyPr>
          <a:lstStyle/>
          <a:p>
            <a:pPr algn="l" marL="0" indent="0">
              <a:spcBef>
                <a:spcPts val="0"/>
              </a:spcBef>
              <a:spcAft>
                <a:spcPts val="0"/>
              </a:spcAft>
              <a:buNone/>
            </a:pPr>
            <a:r>
              <a:rPr sz="3000" b="0" i="0">
                <a:solidFill>
                  <a:srgbClr val="000000"/>
                </a:solidFill>
                <a:latin typeface="Libre Franklin SemiBold"/>
              </a:rPr>
              <a:t>The Biggest Unknown: Autonomy</a:t>
            </a:r>
          </a:p>
        </p:txBody>
      </p:sp>
      <p:sp>
        <p:nvSpPr>
          <p:cNvPr id="7" name="Rectangle 6"/>
          <p:cNvSpPr/>
          <p:nvPr/>
        </p:nvSpPr>
        <p:spPr>
          <a:xfrm>
            <a:off x="329184" y="868680"/>
            <a:ext cx="4956048" cy="1700784"/>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93776" y="1000353"/>
            <a:ext cx="4626864" cy="1437436"/>
          </a:xfrm>
          <a:prstGeom prst="rect">
            <a:avLst/>
          </a:prstGeom>
          <a:noFill/>
        </p:spPr>
        <p:txBody>
          <a:bodyPr wrap="square" anchor="t" lIns="0" rIns="0" tIns="0" bIns="0">
            <a:spAutoFit/>
          </a:bodyPr>
          <a:lstStyle/>
          <a:p>
            <a:pPr algn="l" marL="0" indent="0">
              <a:spcBef>
                <a:spcPts val="0"/>
              </a:spcBef>
              <a:spcAft>
                <a:spcPts val="600"/>
              </a:spcAft>
              <a:buNone/>
            </a:pPr>
            <a:r>
              <a:rPr sz="1400" b="1" i="0">
                <a:solidFill>
                  <a:srgbClr val="ED7C24"/>
                </a:solidFill>
                <a:latin typeface="Arial"/>
              </a:rPr>
              <a:t>An autonomous system is already on the boat.</a:t>
            </a:r>
          </a:p>
          <a:p>
            <a:pPr algn="l" marL="173736" indent="-173736">
              <a:spcBef>
                <a:spcPts val="0"/>
              </a:spcBef>
              <a:spcAft>
                <a:spcPts val="400"/>
              </a:spcAft>
              <a:buSzPct val="70000"/>
              <a:buFont typeface="Arial"/>
              <a:buChar char="●"/>
            </a:pPr>
            <a:r>
              <a:rPr sz="1250" b="1">
                <a:solidFill>
                  <a:srgbClr val="FFFFFF"/>
                </a:solidFill>
                <a:latin typeface="Arial"/>
              </a:rPr>
              <a:t>The thesis budgets 5 lb for it</a:t>
            </a:r>
            <a:r>
              <a:rPr sz="1250" b="0">
                <a:solidFill>
                  <a:srgbClr val="FFFFFF"/>
                </a:solidFill>
                <a:latin typeface="Arial"/>
              </a:rPr>
              <a:t> and lists it as integrated into the electrical system — then places it “outside the scope of this thesis”</a:t>
            </a:r>
          </a:p>
          <a:p>
            <a:pPr algn="l" marL="173736" indent="-173736">
              <a:spcBef>
                <a:spcPts val="0"/>
              </a:spcBef>
              <a:spcAft>
                <a:spcPts val="400"/>
              </a:spcAft>
              <a:buSzPct val="70000"/>
              <a:buFont typeface="Arial"/>
              <a:buChar char="●"/>
            </a:pPr>
            <a:r>
              <a:rPr sz="1250" b="1">
                <a:solidFill>
                  <a:srgbClr val="FFFFFF"/>
                </a:solidFill>
                <a:latin typeface="Arial"/>
              </a:rPr>
              <a:t>So it exists and it is wired in,</a:t>
            </a:r>
            <a:r>
              <a:rPr sz="1250" b="0">
                <a:solidFill>
                  <a:srgbClr val="FFFFFF"/>
                </a:solidFill>
                <a:latin typeface="Arial"/>
              </a:rPr>
              <a:t> and it was documented somewhere we have not found, or not at all</a:t>
            </a:r>
          </a:p>
        </p:txBody>
      </p:sp>
      <p:sp>
        <p:nvSpPr>
          <p:cNvPr id="9" name="Rectangle 8"/>
          <p:cNvSpPr/>
          <p:nvPr/>
        </p:nvSpPr>
        <p:spPr>
          <a:xfrm>
            <a:off x="329184" y="2660904"/>
            <a:ext cx="4956048" cy="1609344"/>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93776" y="2792577"/>
            <a:ext cx="4626864" cy="1345996"/>
          </a:xfrm>
          <a:prstGeom prst="rect">
            <a:avLst/>
          </a:prstGeom>
          <a:noFill/>
        </p:spPr>
        <p:txBody>
          <a:bodyPr wrap="square" anchor="t" lIns="0" rIns="0" tIns="0" bIns="0">
            <a:spAutoFit/>
          </a:bodyPr>
          <a:lstStyle/>
          <a:p>
            <a:pPr algn="l" marL="0" indent="0">
              <a:spcBef>
                <a:spcPts val="0"/>
              </a:spcBef>
              <a:spcAft>
                <a:spcPts val="600"/>
              </a:spcAft>
              <a:buNone/>
            </a:pPr>
            <a:r>
              <a:rPr sz="1400" b="1" i="0">
                <a:solidFill>
                  <a:srgbClr val="000000"/>
                </a:solidFill>
                <a:latin typeface="Arial"/>
              </a:rPr>
              <a:t>What we need to find out:</a:t>
            </a:r>
          </a:p>
          <a:p>
            <a:pPr algn="l" marL="173736" indent="-173736">
              <a:spcBef>
                <a:spcPts val="0"/>
              </a:spcBef>
              <a:spcAft>
                <a:spcPts val="400"/>
              </a:spcAft>
              <a:buSzPct val="70000"/>
              <a:buFont typeface="Arial"/>
              <a:buChar char="●"/>
            </a:pPr>
            <a:r>
              <a:rPr sz="1200" b="0" i="0">
                <a:solidFill>
                  <a:srgbClr val="000000"/>
                </a:solidFill>
                <a:latin typeface="Arial"/>
              </a:rPr>
              <a:t>Which flight controller, GPS, compass, radio? 5 lb is a lot of hardware — we may already own most of what we need</a:t>
            </a:r>
          </a:p>
          <a:p>
            <a:pPr algn="l" marL="173736" indent="-173736">
              <a:spcBef>
                <a:spcPts val="0"/>
              </a:spcBef>
              <a:spcAft>
                <a:spcPts val="400"/>
              </a:spcAft>
              <a:buSzPct val="70000"/>
              <a:buFont typeface="Arial"/>
              <a:buChar char="●"/>
            </a:pPr>
            <a:r>
              <a:rPr sz="1200" b="0" i="0">
                <a:solidFill>
                  <a:srgbClr val="000000"/>
                </a:solidFill>
                <a:latin typeface="Arial"/>
              </a:rPr>
              <a:t>Has it ever driven the boat? Even a straight line, even one waypoint</a:t>
            </a:r>
          </a:p>
          <a:p>
            <a:pPr algn="l" marL="173736" indent="-173736">
              <a:spcBef>
                <a:spcPts val="0"/>
              </a:spcBef>
              <a:spcAft>
                <a:spcPts val="400"/>
              </a:spcAft>
              <a:buSzPct val="70000"/>
              <a:buFont typeface="Arial"/>
              <a:buChar char="●"/>
            </a:pPr>
            <a:r>
              <a:rPr sz="1200" b="0" i="0">
                <a:solidFill>
                  <a:srgbClr val="000000"/>
                </a:solidFill>
                <a:latin typeface="Arial"/>
              </a:rPr>
              <a:t>Is it wired to the steering servo and throttle now, and what happens on handover?</a:t>
            </a:r>
          </a:p>
        </p:txBody>
      </p:sp>
      <p:pic>
        <p:nvPicPr>
          <p:cNvPr id="11" name="Picture 10" descr="lv_box.jpg"/>
          <p:cNvPicPr>
            <a:picLocks noChangeAspect="1"/>
          </p:cNvPicPr>
          <p:nvPr/>
        </p:nvPicPr>
        <p:blipFill>
          <a:blip r:embed="rId6"/>
          <a:srcRect t="31046" b="31046"/>
          <a:stretch>
            <a:fillRect/>
          </a:stretch>
        </p:blipFill>
        <p:spPr>
          <a:xfrm>
            <a:off x="5449824" y="868680"/>
            <a:ext cx="3364992" cy="1700784"/>
          </a:xfrm>
          <a:prstGeom prst="rect">
            <a:avLst/>
          </a:prstGeom>
        </p:spPr>
      </p:pic>
      <p:sp>
        <p:nvSpPr>
          <p:cNvPr id="12" name="Rectangle 11"/>
          <p:cNvSpPr/>
          <p:nvPr/>
        </p:nvSpPr>
        <p:spPr>
          <a:xfrm>
            <a:off x="5449824" y="2660904"/>
            <a:ext cx="3364992" cy="1609344"/>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614416" y="2792577"/>
            <a:ext cx="3035808" cy="1345996"/>
          </a:xfrm>
          <a:prstGeom prst="rect">
            <a:avLst/>
          </a:prstGeom>
          <a:noFill/>
        </p:spPr>
        <p:txBody>
          <a:bodyPr wrap="square" anchor="t" lIns="0" rIns="0" tIns="0" bIns="0">
            <a:spAutoFit/>
          </a:bodyPr>
          <a:lstStyle/>
          <a:p>
            <a:pPr algn="l" marL="0" indent="0">
              <a:spcBef>
                <a:spcPts val="0"/>
              </a:spcBef>
              <a:spcAft>
                <a:spcPts val="600"/>
              </a:spcAft>
              <a:buNone/>
            </a:pPr>
            <a:r>
              <a:rPr sz="1400" b="1" i="0">
                <a:solidFill>
                  <a:srgbClr val="000000"/>
                </a:solidFill>
                <a:latin typeface="Arial"/>
              </a:rPr>
              <a:t>Two hard software facts:</a:t>
            </a:r>
          </a:p>
          <a:p>
            <a:pPr algn="l" marL="173736" indent="-173736">
              <a:spcBef>
                <a:spcPts val="0"/>
              </a:spcBef>
              <a:spcAft>
                <a:spcPts val="400"/>
              </a:spcAft>
              <a:buSzPct val="70000"/>
              <a:buFont typeface="Arial"/>
              <a:buChar char="●"/>
            </a:pPr>
            <a:r>
              <a:rPr sz="1150" b="0" i="0">
                <a:solidFill>
                  <a:srgbClr val="000000"/>
                </a:solidFill>
                <a:latin typeface="Arial"/>
              </a:rPr>
              <a:t>The autopilot is a Lua script that drives the servo outputs itself, so Rover's steering modes are not needed — but it has never run on ArduPilot</a:t>
            </a:r>
          </a:p>
          <a:p>
            <a:pPr algn="l" marL="173736" indent="-173736">
              <a:spcBef>
                <a:spcPts val="0"/>
              </a:spcBef>
              <a:spcAft>
                <a:spcPts val="400"/>
              </a:spcAft>
              <a:buSzPct val="70000"/>
              <a:buFont typeface="Arial"/>
              <a:buChar char="●"/>
            </a:pPr>
            <a:r>
              <a:rPr sz="1150" b="0" i="0">
                <a:solidFill>
                  <a:srgbClr val="000000"/>
                </a:solidFill>
                <a:latin typeface="Arial"/>
              </a:rPr>
              <a:t>The script does its own gain scheduling, so Rover's lack of it no longer matters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ripe.jpg"/>
          <p:cNvPicPr>
            <a:picLocks noChangeAspect="1"/>
          </p:cNvPicPr>
          <p:nvPr/>
        </p:nvPicPr>
        <p:blipFill>
          <a:blip r:embed="rId3"/>
          <a:srcRect t="93500"/>
          <a:stretch>
            <a:fillRect/>
          </a:stretch>
        </p:blipFill>
        <p:spPr>
          <a:xfrm>
            <a:off x="0" y="4919472"/>
            <a:ext cx="5148072" cy="228600"/>
          </a:xfrm>
          <a:prstGeom prst="rect">
            <a:avLst/>
          </a:prstGeom>
        </p:spPr>
      </p:pic>
      <p:pic>
        <p:nvPicPr>
          <p:cNvPr id="3" name="Picture 2" descr="stripe.jpg"/>
          <p:cNvPicPr>
            <a:picLocks noChangeAspect="1"/>
          </p:cNvPicPr>
          <p:nvPr/>
        </p:nvPicPr>
        <p:blipFill>
          <a:blip r:embed="rId3"/>
          <a:srcRect t="93500" r="22200"/>
          <a:stretch>
            <a:fillRect/>
          </a:stretch>
        </p:blipFill>
        <p:spPr>
          <a:xfrm>
            <a:off x="5148072" y="4919472"/>
            <a:ext cx="4005072" cy="228600"/>
          </a:xfrm>
          <a:prstGeom prst="rect">
            <a:avLst/>
          </a:prstGeom>
        </p:spPr>
      </p:pic>
      <p:pic>
        <p:nvPicPr>
          <p:cNvPr id="4" name="Picture 3" descr="shield.png"/>
          <p:cNvPicPr>
            <a:picLocks noChangeAspect="1"/>
          </p:cNvPicPr>
          <p:nvPr/>
        </p:nvPicPr>
        <p:blipFill>
          <a:blip r:embed="rId4"/>
          <a:stretch>
            <a:fillRect/>
          </a:stretch>
        </p:blipFill>
        <p:spPr>
          <a:xfrm>
            <a:off x="118872" y="4389120"/>
            <a:ext cx="521207" cy="484632"/>
          </a:xfrm>
          <a:prstGeom prst="rect">
            <a:avLst/>
          </a:prstGeom>
        </p:spPr>
      </p:pic>
      <p:pic>
        <p:nvPicPr>
          <p:cNvPr id="5" name="Picture 4" descr="pes_logo.png"/>
          <p:cNvPicPr>
            <a:picLocks noChangeAspect="1"/>
          </p:cNvPicPr>
          <p:nvPr/>
        </p:nvPicPr>
        <p:blipFill>
          <a:blip r:embed="rId5"/>
          <a:stretch>
            <a:fillRect/>
          </a:stretch>
        </p:blipFill>
        <p:spPr>
          <a:xfrm>
            <a:off x="8394192" y="4389120"/>
            <a:ext cx="630936" cy="484632"/>
          </a:xfrm>
          <a:prstGeom prst="rect">
            <a:avLst/>
          </a:prstGeom>
        </p:spPr>
      </p:pic>
      <p:sp>
        <p:nvSpPr>
          <p:cNvPr id="6" name="TextBox 5"/>
          <p:cNvSpPr txBox="1"/>
          <p:nvPr/>
        </p:nvSpPr>
        <p:spPr>
          <a:xfrm>
            <a:off x="329184" y="201168"/>
            <a:ext cx="8485632" cy="512064"/>
          </a:xfrm>
          <a:prstGeom prst="rect">
            <a:avLst/>
          </a:prstGeom>
          <a:noFill/>
        </p:spPr>
        <p:txBody>
          <a:bodyPr wrap="square" anchor="t" lIns="0" rIns="0" tIns="0" bIns="0">
            <a:spAutoFit/>
          </a:bodyPr>
          <a:lstStyle/>
          <a:p>
            <a:pPr algn="l" marL="0" indent="0">
              <a:spcBef>
                <a:spcPts val="0"/>
              </a:spcBef>
              <a:spcAft>
                <a:spcPts val="0"/>
              </a:spcAft>
              <a:buNone/>
            </a:pPr>
            <a:r>
              <a:rPr sz="3000" b="0" i="0">
                <a:solidFill>
                  <a:srgbClr val="000000"/>
                </a:solidFill>
                <a:latin typeface="Libre Franklin SemiBold"/>
              </a:rPr>
              <a:t>What Is Left — Mechanical</a:t>
            </a:r>
          </a:p>
        </p:txBody>
      </p:sp>
      <p:sp>
        <p:nvSpPr>
          <p:cNvPr id="7" name="TextBox 6"/>
          <p:cNvSpPr txBox="1"/>
          <p:nvPr/>
        </p:nvSpPr>
        <p:spPr>
          <a:xfrm>
            <a:off x="329184" y="685800"/>
            <a:ext cx="8485632" cy="256032"/>
          </a:xfrm>
          <a:prstGeom prst="rect">
            <a:avLst/>
          </a:prstGeom>
          <a:noFill/>
        </p:spPr>
        <p:txBody>
          <a:bodyPr wrap="square" anchor="t" lIns="0" rIns="0" tIns="0" bIns="0">
            <a:spAutoFit/>
          </a:bodyPr>
          <a:lstStyle/>
          <a:p>
            <a:pPr algn="l" marL="0" indent="0">
              <a:spcBef>
                <a:spcPts val="0"/>
              </a:spcBef>
              <a:spcAft>
                <a:spcPts val="0"/>
              </a:spcAft>
              <a:buNone/>
            </a:pPr>
            <a:r>
              <a:rPr sz="1300" b="0" i="1">
                <a:solidFill>
                  <a:srgbClr val="595959"/>
                </a:solidFill>
                <a:latin typeface="Arial"/>
              </a:rPr>
              <a:t>Driveline first: nothing else matters if this repeats</a:t>
            </a:r>
          </a:p>
        </p:txBody>
      </p:sp>
      <p:sp>
        <p:nvSpPr>
          <p:cNvPr id="8" name="Rectangle 7"/>
          <p:cNvSpPr/>
          <p:nvPr/>
        </p:nvSpPr>
        <p:spPr>
          <a:xfrm>
            <a:off x="329184" y="1060704"/>
            <a:ext cx="5358384" cy="1938528"/>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93776" y="1192377"/>
            <a:ext cx="5029200" cy="1675180"/>
          </a:xfrm>
          <a:prstGeom prst="rect">
            <a:avLst/>
          </a:prstGeom>
          <a:noFill/>
        </p:spPr>
        <p:txBody>
          <a:bodyPr wrap="square" anchor="t" lIns="0" rIns="0" tIns="0" bIns="0">
            <a:spAutoFit/>
          </a:bodyPr>
          <a:lstStyle/>
          <a:p>
            <a:pPr algn="l" marL="0" indent="0">
              <a:spcBef>
                <a:spcPts val="0"/>
              </a:spcBef>
              <a:spcAft>
                <a:spcPts val="600"/>
              </a:spcAft>
              <a:buNone/>
            </a:pPr>
            <a:r>
              <a:rPr sz="1400" b="1" i="0">
                <a:solidFill>
                  <a:srgbClr val="000000"/>
                </a:solidFill>
                <a:latin typeface="Arial"/>
              </a:rPr>
              <a:t>Critical — driveline</a:t>
            </a:r>
          </a:p>
          <a:p>
            <a:pPr algn="l" marL="173736" indent="-173736">
              <a:spcBef>
                <a:spcPts val="0"/>
              </a:spcBef>
              <a:spcAft>
                <a:spcPts val="400"/>
              </a:spcAft>
              <a:buSzPct val="70000"/>
              <a:buFont typeface="Arial"/>
              <a:buChar char="●"/>
            </a:pPr>
            <a:r>
              <a:rPr sz="1150" b="1">
                <a:solidFill>
                  <a:srgbClr val="000000"/>
                </a:solidFill>
                <a:latin typeface="Arial"/>
              </a:rPr>
              <a:t>Replace both shaft clutch collets</a:t>
            </a:r>
            <a:r>
              <a:rPr sz="1150" b="0">
                <a:solidFill>
                  <a:srgbClr val="000000"/>
                </a:solidFill>
                <a:latin typeface="Arial"/>
              </a:rPr>
              <a:t> — the failure was wear on the clamping surface. Inspect before every run day</a:t>
            </a:r>
          </a:p>
          <a:p>
            <a:pPr algn="l" marL="173736" indent="-173736">
              <a:spcBef>
                <a:spcPts val="0"/>
              </a:spcBef>
              <a:spcAft>
                <a:spcPts val="400"/>
              </a:spcAft>
              <a:buSzPct val="70000"/>
              <a:buFont typeface="Arial"/>
              <a:buChar char="●"/>
            </a:pPr>
            <a:r>
              <a:rPr sz="1150" b="1">
                <a:solidFill>
                  <a:srgbClr val="000000"/>
                </a:solidFill>
                <a:latin typeface="Arial"/>
              </a:rPr>
              <a:t>Add positive retention</a:t>
            </a:r>
            <a:r>
              <a:rPr sz="1150" b="0">
                <a:solidFill>
                  <a:srgbClr val="000000"/>
                </a:solidFill>
                <a:latin typeface="Arial"/>
              </a:rPr>
              <a:t> so clamping force is not the only thing holding the shaft: a shoulder, a cross-pin or a retaining compound</a:t>
            </a:r>
          </a:p>
          <a:p>
            <a:pPr algn="l" marL="173736" indent="-173736">
              <a:spcBef>
                <a:spcPts val="0"/>
              </a:spcBef>
              <a:spcAft>
                <a:spcPts val="400"/>
              </a:spcAft>
              <a:buSzPct val="70000"/>
              <a:buFont typeface="Arial"/>
              <a:buChar char="●"/>
            </a:pPr>
            <a:r>
              <a:rPr sz="1150" b="1">
                <a:solidFill>
                  <a:srgbClr val="000000"/>
                </a:solidFill>
                <a:latin typeface="Arial"/>
              </a:rPr>
              <a:t>Build an alignment go/no-go fixture.</a:t>
            </a:r>
            <a:r>
              <a:rPr sz="1150" b="0">
                <a:solidFill>
                  <a:srgbClr val="000000"/>
                </a:solidFill>
                <a:latin typeface="Arial"/>
              </a:rPr>
              <a:t> Motors sit at a 9.5° down angle, set by the motor plates</a:t>
            </a:r>
          </a:p>
          <a:p>
            <a:pPr algn="l" marL="173736" indent="-173736">
              <a:spcBef>
                <a:spcPts val="0"/>
              </a:spcBef>
              <a:spcAft>
                <a:spcPts val="400"/>
              </a:spcAft>
              <a:buSzPct val="70000"/>
              <a:buFont typeface="Arial"/>
              <a:buChar char="●"/>
            </a:pPr>
            <a:r>
              <a:rPr sz="1150" b="1">
                <a:solidFill>
                  <a:srgbClr val="000000"/>
                </a:solidFill>
                <a:latin typeface="Arial"/>
              </a:rPr>
              <a:t>Seal the stinger.</a:t>
            </a:r>
            <a:r>
              <a:rPr sz="1150" b="0">
                <a:solidFill>
                  <a:srgbClr val="000000"/>
                </a:solidFill>
                <a:latin typeface="Arial"/>
              </a:rPr>
              <a:t> Losing a shaft should not be a flooding failure</a:t>
            </a:r>
          </a:p>
        </p:txBody>
      </p:sp>
      <p:sp>
        <p:nvSpPr>
          <p:cNvPr id="10" name="Rectangle 9"/>
          <p:cNvSpPr/>
          <p:nvPr/>
        </p:nvSpPr>
        <p:spPr>
          <a:xfrm>
            <a:off x="329184" y="3090672"/>
            <a:ext cx="5358384" cy="1225296"/>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93776" y="3222345"/>
            <a:ext cx="5029200" cy="961948"/>
          </a:xfrm>
          <a:prstGeom prst="rect">
            <a:avLst/>
          </a:prstGeom>
          <a:noFill/>
        </p:spPr>
        <p:txBody>
          <a:bodyPr wrap="square" anchor="t" lIns="0" rIns="0" tIns="0" bIns="0">
            <a:spAutoFit/>
          </a:bodyPr>
          <a:lstStyle/>
          <a:p>
            <a:pPr algn="l" marL="0" indent="0">
              <a:spcBef>
                <a:spcPts val="0"/>
              </a:spcBef>
              <a:spcAft>
                <a:spcPts val="600"/>
              </a:spcAft>
              <a:buNone/>
            </a:pPr>
            <a:r>
              <a:rPr sz="1400" b="1" i="0">
                <a:solidFill>
                  <a:srgbClr val="000000"/>
                </a:solidFill>
                <a:latin typeface="Arial"/>
              </a:rPr>
              <a:t>High — rudder and manufacturing</a:t>
            </a:r>
          </a:p>
          <a:p>
            <a:pPr algn="l" marL="173736" indent="-173736">
              <a:spcBef>
                <a:spcPts val="0"/>
              </a:spcBef>
              <a:spcAft>
                <a:spcPts val="400"/>
              </a:spcAft>
              <a:buSzPct val="70000"/>
              <a:buFont typeface="Arial"/>
              <a:buChar char="●"/>
            </a:pPr>
            <a:r>
              <a:rPr sz="1100" b="1">
                <a:solidFill>
                  <a:srgbClr val="000000"/>
                </a:solidFill>
                <a:latin typeface="Arial"/>
              </a:rPr>
              <a:t>New rudder blade</a:t>
            </a:r>
            <a:r>
              <a:rPr sz="1100" b="0">
                <a:solidFill>
                  <a:srgbClr val="000000"/>
                </a:solidFill>
                <a:latin typeface="Arial"/>
              </a:rPr>
              <a:t> 45 mm chord × 5 in submerged, same mount, stock balanced at 20–25% chord</a:t>
            </a:r>
          </a:p>
          <a:p>
            <a:pPr algn="l" marL="173736" indent="-173736">
              <a:spcBef>
                <a:spcPts val="0"/>
              </a:spcBef>
              <a:spcAft>
                <a:spcPts val="400"/>
              </a:spcAft>
              <a:buSzPct val="70000"/>
              <a:buFont typeface="Arial"/>
              <a:buChar char="●"/>
            </a:pPr>
            <a:r>
              <a:rPr sz="1100" b="1">
                <a:solidFill>
                  <a:srgbClr val="000000"/>
                </a:solidFill>
                <a:latin typeface="Arial"/>
              </a:rPr>
              <a:t>Stuffing tube jigs in ASA, not PLA.</a:t>
            </a:r>
            <a:r>
              <a:rPr sz="1100" b="0">
                <a:solidFill>
                  <a:srgbClr val="000000"/>
                </a:solidFill>
                <a:latin typeface="Arial"/>
              </a:rPr>
              <a:t> Anneal the brass at 85 °C in the jig — PLA warps at that temperature</a:t>
            </a:r>
          </a:p>
        </p:txBody>
      </p:sp>
      <p:pic>
        <p:nvPicPr>
          <p:cNvPr id="12" name="Picture 11" descr="assembly.jpg"/>
          <p:cNvPicPr>
            <a:picLocks noChangeAspect="1"/>
          </p:cNvPicPr>
          <p:nvPr/>
        </p:nvPicPr>
        <p:blipFill>
          <a:blip r:embed="rId6"/>
          <a:srcRect t="30093" b="30093"/>
          <a:stretch>
            <a:fillRect/>
          </a:stretch>
        </p:blipFill>
        <p:spPr>
          <a:xfrm>
            <a:off x="5852160" y="1060704"/>
            <a:ext cx="2962656" cy="1572768"/>
          </a:xfrm>
          <a:prstGeom prst="rect">
            <a:avLst/>
          </a:prstGeom>
        </p:spPr>
      </p:pic>
      <p:sp>
        <p:nvSpPr>
          <p:cNvPr id="13" name="Rectangle 12"/>
          <p:cNvSpPr/>
          <p:nvPr/>
        </p:nvSpPr>
        <p:spPr>
          <a:xfrm>
            <a:off x="5852160" y="2724912"/>
            <a:ext cx="2962656" cy="120700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 name="Picture 13" descr="rudder_cad.jpg"/>
          <p:cNvPicPr>
            <a:picLocks noChangeAspect="1"/>
          </p:cNvPicPr>
          <p:nvPr/>
        </p:nvPicPr>
        <p:blipFill>
          <a:blip r:embed="rId7"/>
          <a:stretch>
            <a:fillRect/>
          </a:stretch>
        </p:blipFill>
        <p:spPr>
          <a:xfrm>
            <a:off x="5926271" y="2779776"/>
            <a:ext cx="1369681" cy="1097280"/>
          </a:xfrm>
          <a:prstGeom prst="rect">
            <a:avLst/>
          </a:prstGeom>
        </p:spPr>
      </p:pic>
      <p:pic>
        <p:nvPicPr>
          <p:cNvPr id="15" name="Picture 14" descr="collet.jpg"/>
          <p:cNvPicPr>
            <a:picLocks noChangeAspect="1"/>
          </p:cNvPicPr>
          <p:nvPr/>
        </p:nvPicPr>
        <p:blipFill>
          <a:blip r:embed="rId8"/>
          <a:stretch>
            <a:fillRect/>
          </a:stretch>
        </p:blipFill>
        <p:spPr>
          <a:xfrm>
            <a:off x="7473478" y="2779776"/>
            <a:ext cx="1164771" cy="1097280"/>
          </a:xfrm>
          <a:prstGeom prst="rect">
            <a:avLst/>
          </a:prstGeom>
        </p:spPr>
      </p:pic>
      <p:sp>
        <p:nvSpPr>
          <p:cNvPr id="16" name="TextBox 15"/>
          <p:cNvSpPr txBox="1"/>
          <p:nvPr/>
        </p:nvSpPr>
        <p:spPr>
          <a:xfrm>
            <a:off x="5852160" y="4005072"/>
            <a:ext cx="2962656" cy="329184"/>
          </a:xfrm>
          <a:prstGeom prst="rect">
            <a:avLst/>
          </a:prstGeom>
          <a:noFill/>
        </p:spPr>
        <p:txBody>
          <a:bodyPr wrap="square" anchor="t" lIns="0" rIns="0" tIns="0" bIns="0">
            <a:spAutoFit/>
          </a:bodyPr>
          <a:lstStyle/>
          <a:p>
            <a:pPr algn="l" marL="0" indent="0">
              <a:spcBef>
                <a:spcPts val="0"/>
              </a:spcBef>
              <a:spcAft>
                <a:spcPts val="0"/>
              </a:spcAft>
              <a:buNone/>
            </a:pPr>
            <a:r>
              <a:rPr sz="900" b="0" i="1">
                <a:solidFill>
                  <a:srgbClr val="595959"/>
                </a:solidFill>
                <a:latin typeface="Arial"/>
              </a:rPr>
              <a:t>Assembly, the rudder blade, and the collet that failed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ripe.jpg"/>
          <p:cNvPicPr>
            <a:picLocks noChangeAspect="1"/>
          </p:cNvPicPr>
          <p:nvPr/>
        </p:nvPicPr>
        <p:blipFill>
          <a:blip r:embed="rId3"/>
          <a:srcRect t="93500"/>
          <a:stretch>
            <a:fillRect/>
          </a:stretch>
        </p:blipFill>
        <p:spPr>
          <a:xfrm>
            <a:off x="0" y="4919472"/>
            <a:ext cx="5148072" cy="228600"/>
          </a:xfrm>
          <a:prstGeom prst="rect">
            <a:avLst/>
          </a:prstGeom>
        </p:spPr>
      </p:pic>
      <p:pic>
        <p:nvPicPr>
          <p:cNvPr id="3" name="Picture 2" descr="stripe.jpg"/>
          <p:cNvPicPr>
            <a:picLocks noChangeAspect="1"/>
          </p:cNvPicPr>
          <p:nvPr/>
        </p:nvPicPr>
        <p:blipFill>
          <a:blip r:embed="rId3"/>
          <a:srcRect t="93500" r="22200"/>
          <a:stretch>
            <a:fillRect/>
          </a:stretch>
        </p:blipFill>
        <p:spPr>
          <a:xfrm>
            <a:off x="5148072" y="4919472"/>
            <a:ext cx="4005072" cy="228600"/>
          </a:xfrm>
          <a:prstGeom prst="rect">
            <a:avLst/>
          </a:prstGeom>
        </p:spPr>
      </p:pic>
      <p:pic>
        <p:nvPicPr>
          <p:cNvPr id="4" name="Picture 3" descr="shield.png"/>
          <p:cNvPicPr>
            <a:picLocks noChangeAspect="1"/>
          </p:cNvPicPr>
          <p:nvPr/>
        </p:nvPicPr>
        <p:blipFill>
          <a:blip r:embed="rId4"/>
          <a:stretch>
            <a:fillRect/>
          </a:stretch>
        </p:blipFill>
        <p:spPr>
          <a:xfrm>
            <a:off x="118872" y="4389120"/>
            <a:ext cx="521207" cy="484632"/>
          </a:xfrm>
          <a:prstGeom prst="rect">
            <a:avLst/>
          </a:prstGeom>
        </p:spPr>
      </p:pic>
      <p:pic>
        <p:nvPicPr>
          <p:cNvPr id="5" name="Picture 4" descr="pes_logo.png"/>
          <p:cNvPicPr>
            <a:picLocks noChangeAspect="1"/>
          </p:cNvPicPr>
          <p:nvPr/>
        </p:nvPicPr>
        <p:blipFill>
          <a:blip r:embed="rId5"/>
          <a:stretch>
            <a:fillRect/>
          </a:stretch>
        </p:blipFill>
        <p:spPr>
          <a:xfrm>
            <a:off x="8394192" y="4389120"/>
            <a:ext cx="630936" cy="484632"/>
          </a:xfrm>
          <a:prstGeom prst="rect">
            <a:avLst/>
          </a:prstGeom>
        </p:spPr>
      </p:pic>
      <p:sp>
        <p:nvSpPr>
          <p:cNvPr id="6" name="TextBox 5"/>
          <p:cNvSpPr txBox="1"/>
          <p:nvPr/>
        </p:nvSpPr>
        <p:spPr>
          <a:xfrm>
            <a:off x="329184" y="201168"/>
            <a:ext cx="8485632" cy="512064"/>
          </a:xfrm>
          <a:prstGeom prst="rect">
            <a:avLst/>
          </a:prstGeom>
          <a:noFill/>
        </p:spPr>
        <p:txBody>
          <a:bodyPr wrap="square" anchor="t" lIns="0" rIns="0" tIns="0" bIns="0">
            <a:spAutoFit/>
          </a:bodyPr>
          <a:lstStyle/>
          <a:p>
            <a:pPr algn="l" marL="0" indent="0">
              <a:spcBef>
                <a:spcPts val="0"/>
              </a:spcBef>
              <a:spcAft>
                <a:spcPts val="0"/>
              </a:spcAft>
              <a:buNone/>
            </a:pPr>
            <a:r>
              <a:rPr sz="3000" b="0" i="0">
                <a:solidFill>
                  <a:srgbClr val="000000"/>
                </a:solidFill>
                <a:latin typeface="Libre Franklin SemiBold"/>
              </a:rPr>
              <a:t>What Is Left — Electrical</a:t>
            </a:r>
          </a:p>
        </p:txBody>
      </p:sp>
      <p:sp>
        <p:nvSpPr>
          <p:cNvPr id="7" name="Rectangle 6"/>
          <p:cNvSpPr/>
          <p:nvPr/>
        </p:nvSpPr>
        <p:spPr>
          <a:xfrm>
            <a:off x="329184" y="868680"/>
            <a:ext cx="4224528" cy="1920240"/>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93776" y="1000353"/>
            <a:ext cx="3895344" cy="1656892"/>
          </a:xfrm>
          <a:prstGeom prst="rect">
            <a:avLst/>
          </a:prstGeom>
          <a:noFill/>
        </p:spPr>
        <p:txBody>
          <a:bodyPr wrap="square" anchor="t" lIns="0" rIns="0" tIns="0" bIns="0">
            <a:spAutoFit/>
          </a:bodyPr>
          <a:lstStyle/>
          <a:p>
            <a:pPr algn="l" marL="0" indent="0">
              <a:spcBef>
                <a:spcPts val="0"/>
              </a:spcBef>
              <a:spcAft>
                <a:spcPts val="600"/>
              </a:spcAft>
              <a:buNone/>
            </a:pPr>
            <a:r>
              <a:rPr sz="1400" b="1" i="0">
                <a:solidFill>
                  <a:srgbClr val="ED7C24"/>
                </a:solidFill>
                <a:latin typeface="Arial"/>
              </a:rPr>
              <a:t>Cooling — never actually worked</a:t>
            </a:r>
          </a:p>
          <a:p>
            <a:pPr algn="l" marL="173736" indent="-173736">
              <a:spcBef>
                <a:spcPts val="0"/>
              </a:spcBef>
              <a:spcAft>
                <a:spcPts val="400"/>
              </a:spcAft>
              <a:buSzPct val="70000"/>
              <a:buFont typeface="Arial"/>
              <a:buChar char="●"/>
            </a:pPr>
            <a:r>
              <a:rPr sz="1150" b="1">
                <a:solidFill>
                  <a:srgbClr val="FFFFFF"/>
                </a:solidFill>
                <a:latin typeface="Arial"/>
              </a:rPr>
              <a:t>Fit pumps on the raw-water side</a:t>
            </a:r>
            <a:r>
              <a:rPr sz="1150" b="0">
                <a:solidFill>
                  <a:srgbClr val="FFFFFF"/>
                </a:solidFill>
                <a:latin typeface="Arial"/>
              </a:rPr>
              <a:t> rather than relying on hydrodynamic pressure — the previous team's own recommended fix</a:t>
            </a:r>
          </a:p>
          <a:p>
            <a:pPr algn="l" marL="173736" indent="-173736">
              <a:spcBef>
                <a:spcPts val="0"/>
              </a:spcBef>
              <a:spcAft>
                <a:spcPts val="400"/>
              </a:spcAft>
              <a:buSzPct val="70000"/>
              <a:buFont typeface="Arial"/>
              <a:buChar char="●"/>
            </a:pPr>
            <a:r>
              <a:rPr sz="1150" b="1">
                <a:solidFill>
                  <a:srgbClr val="FFFFFF"/>
                </a:solidFill>
                <a:latin typeface="Arial"/>
              </a:rPr>
              <a:t>Instrument and verify flow</a:t>
            </a:r>
            <a:r>
              <a:rPr sz="1150" b="0">
                <a:solidFill>
                  <a:srgbClr val="FFFFFF"/>
                </a:solidFill>
                <a:latin typeface="Arial"/>
              </a:rPr>
              <a:t> through the heat exchanger, not just “the pump runs”</a:t>
            </a:r>
          </a:p>
          <a:p>
            <a:pPr algn="l" marL="173736" indent="-173736">
              <a:spcBef>
                <a:spcPts val="0"/>
              </a:spcBef>
              <a:spcAft>
                <a:spcPts val="400"/>
              </a:spcAft>
              <a:buSzPct val="70000"/>
              <a:buFont typeface="Arial"/>
              <a:buChar char="●"/>
            </a:pPr>
            <a:r>
              <a:rPr sz="1150" b="1">
                <a:solidFill>
                  <a:srgbClr val="FFFFFF"/>
                </a:solidFill>
                <a:latin typeface="Arial"/>
              </a:rPr>
              <a:t>Run a sustained thermal test</a:t>
            </a:r>
            <a:r>
              <a:rPr sz="1150" b="0">
                <a:solidFill>
                  <a:srgbClr val="FFFFFF"/>
                </a:solidFill>
                <a:latin typeface="Arial"/>
              </a:rPr>
              <a:t> at race duration. This is the test that was never done</a:t>
            </a:r>
          </a:p>
        </p:txBody>
      </p:sp>
      <p:sp>
        <p:nvSpPr>
          <p:cNvPr id="9" name="Rectangle 8"/>
          <p:cNvSpPr/>
          <p:nvPr/>
        </p:nvSpPr>
        <p:spPr>
          <a:xfrm>
            <a:off x="329184" y="2880360"/>
            <a:ext cx="4224528" cy="1435608"/>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93776" y="3012033"/>
            <a:ext cx="3895344" cy="1172260"/>
          </a:xfrm>
          <a:prstGeom prst="rect">
            <a:avLst/>
          </a:prstGeom>
          <a:noFill/>
        </p:spPr>
        <p:txBody>
          <a:bodyPr wrap="square" anchor="t" lIns="0" rIns="0" tIns="0" bIns="0">
            <a:spAutoFit/>
          </a:bodyPr>
          <a:lstStyle/>
          <a:p>
            <a:pPr algn="l" marL="0" indent="0">
              <a:spcBef>
                <a:spcPts val="0"/>
              </a:spcBef>
              <a:spcAft>
                <a:spcPts val="600"/>
              </a:spcAft>
              <a:buNone/>
            </a:pPr>
            <a:r>
              <a:rPr sz="1400" b="1" i="0">
                <a:solidFill>
                  <a:srgbClr val="000000"/>
                </a:solidFill>
                <a:latin typeface="Arial"/>
              </a:rPr>
              <a:t>ESC and batteries</a:t>
            </a:r>
          </a:p>
          <a:p>
            <a:pPr algn="l" marL="173736" indent="-173736">
              <a:spcBef>
                <a:spcPts val="0"/>
              </a:spcBef>
              <a:spcAft>
                <a:spcPts val="400"/>
              </a:spcAft>
              <a:buSzPct val="70000"/>
              <a:buFont typeface="Arial"/>
              <a:buChar char="●"/>
            </a:pPr>
            <a:r>
              <a:rPr sz="1150" b="1">
                <a:solidFill>
                  <a:srgbClr val="000000"/>
                </a:solidFill>
                <a:latin typeface="Arial"/>
              </a:rPr>
              <a:t>Like-for-like replacement is right</a:t>
            </a:r>
            <a:r>
              <a:rPr sz="1150" b="0">
                <a:solidFill>
                  <a:srgbClr val="000000"/>
                </a:solidFill>
                <a:latin typeface="Arial"/>
              </a:rPr>
              <a:t> — the Hydra Cobra 5 HV is correctly sized for the full design point</a:t>
            </a:r>
          </a:p>
          <a:p>
            <a:pPr algn="l" marL="173736" indent="-173736">
              <a:spcBef>
                <a:spcPts val="0"/>
              </a:spcBef>
              <a:spcAft>
                <a:spcPts val="400"/>
              </a:spcAft>
              <a:buSzPct val="70000"/>
              <a:buFont typeface="Arial"/>
              <a:buChar char="●"/>
            </a:pPr>
            <a:r>
              <a:rPr sz="1150" b="1">
                <a:solidFill>
                  <a:srgbClr val="000000"/>
                </a:solidFill>
                <a:latin typeface="Arial"/>
              </a:rPr>
              <a:t>Check pack C-rating against the ESC requirement</a:t>
            </a:r>
            <a:r>
              <a:rPr sz="1150" b="0">
                <a:solidFill>
                  <a:srgbClr val="000000"/>
                </a:solidFill>
                <a:latin typeface="Arial"/>
              </a:rPr>
              <a:t> on every battery change</a:t>
            </a:r>
          </a:p>
          <a:p>
            <a:pPr algn="l" marL="173736" indent="-173736">
              <a:spcBef>
                <a:spcPts val="0"/>
              </a:spcBef>
              <a:spcAft>
                <a:spcPts val="400"/>
              </a:spcAft>
              <a:buSzPct val="70000"/>
              <a:buFont typeface="Arial"/>
              <a:buChar char="●"/>
            </a:pPr>
            <a:r>
              <a:rPr sz="1150" b="1">
                <a:solidFill>
                  <a:srgbClr val="000000"/>
                </a:solidFill>
                <a:latin typeface="Arial"/>
              </a:rPr>
              <a:t>Add ripple monitoring</a:t>
            </a:r>
            <a:r>
              <a:rPr sz="1150" b="0">
                <a:solidFill>
                  <a:srgbClr val="000000"/>
                </a:solidFill>
                <a:latin typeface="Arial"/>
              </a:rPr>
              <a:t> to the pre-run checklist</a:t>
            </a:r>
          </a:p>
        </p:txBody>
      </p:sp>
      <p:sp>
        <p:nvSpPr>
          <p:cNvPr id="11" name="Rectangle 10"/>
          <p:cNvSpPr/>
          <p:nvPr/>
        </p:nvSpPr>
        <p:spPr>
          <a:xfrm>
            <a:off x="4718304" y="868680"/>
            <a:ext cx="4096512" cy="1335024"/>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882896" y="1000353"/>
            <a:ext cx="3767328" cy="1071676"/>
          </a:xfrm>
          <a:prstGeom prst="rect">
            <a:avLst/>
          </a:prstGeom>
          <a:noFill/>
        </p:spPr>
        <p:txBody>
          <a:bodyPr wrap="square" anchor="t" lIns="0" rIns="0" tIns="0" bIns="0">
            <a:spAutoFit/>
          </a:bodyPr>
          <a:lstStyle/>
          <a:p>
            <a:pPr algn="l" marL="0" indent="0">
              <a:spcBef>
                <a:spcPts val="0"/>
              </a:spcBef>
              <a:spcAft>
                <a:spcPts val="600"/>
              </a:spcAft>
              <a:buNone/>
            </a:pPr>
            <a:r>
              <a:rPr sz="1400" b="1" i="0">
                <a:solidFill>
                  <a:srgbClr val="000000"/>
                </a:solidFill>
                <a:latin typeface="Arial"/>
              </a:rPr>
              <a:t>Low voltage — re-budget for autonomy</a:t>
            </a:r>
          </a:p>
          <a:p>
            <a:pPr algn="l" marL="173736" indent="-173736">
              <a:spcBef>
                <a:spcPts val="0"/>
              </a:spcBef>
              <a:spcAft>
                <a:spcPts val="400"/>
              </a:spcAft>
              <a:buSzPct val="70000"/>
              <a:buFont typeface="Arial"/>
              <a:buChar char="●"/>
            </a:pPr>
            <a:r>
              <a:rPr sz="1150" b="0" i="0">
                <a:solidFill>
                  <a:srgbClr val="000000"/>
                </a:solidFill>
                <a:latin typeface="Arial"/>
              </a:rPr>
              <a:t>The autopilot, GPS, radio and companion computer are new loads the 10 Ah pack was never sized for</a:t>
            </a:r>
          </a:p>
          <a:p>
            <a:pPr algn="l" marL="173736" indent="-173736">
              <a:spcBef>
                <a:spcPts val="0"/>
              </a:spcBef>
              <a:spcAft>
                <a:spcPts val="400"/>
              </a:spcAft>
              <a:buSzPct val="70000"/>
              <a:buFont typeface="Arial"/>
              <a:buChar char="●"/>
            </a:pPr>
            <a:r>
              <a:rPr sz="1150" b="0" i="0">
                <a:solidFill>
                  <a:srgbClr val="000000"/>
                </a:solidFill>
                <a:latin typeface="Arial"/>
              </a:rPr>
              <a:t>Give the autopilot its own fuse, isolated from the pump circuits</a:t>
            </a:r>
          </a:p>
        </p:txBody>
      </p:sp>
      <p:pic>
        <p:nvPicPr>
          <p:cNvPr id="13" name="Picture 12" descr="castle_log.jpg"/>
          <p:cNvPicPr>
            <a:picLocks noChangeAspect="1"/>
          </p:cNvPicPr>
          <p:nvPr/>
        </p:nvPicPr>
        <p:blipFill>
          <a:blip r:embed="rId6"/>
          <a:srcRect t="18686" b="18686"/>
          <a:stretch>
            <a:fillRect/>
          </a:stretch>
        </p:blipFill>
        <p:spPr>
          <a:xfrm>
            <a:off x="4718304" y="2295144"/>
            <a:ext cx="4096512" cy="1481328"/>
          </a:xfrm>
          <a:prstGeom prst="rect">
            <a:avLst/>
          </a:prstGeom>
        </p:spPr>
      </p:pic>
      <p:sp>
        <p:nvSpPr>
          <p:cNvPr id="14" name="TextBox 13"/>
          <p:cNvSpPr txBox="1"/>
          <p:nvPr/>
        </p:nvSpPr>
        <p:spPr>
          <a:xfrm>
            <a:off x="4718304" y="3831336"/>
            <a:ext cx="4096512" cy="329184"/>
          </a:xfrm>
          <a:prstGeom prst="rect">
            <a:avLst/>
          </a:prstGeom>
          <a:noFill/>
        </p:spPr>
        <p:txBody>
          <a:bodyPr wrap="square" anchor="t" lIns="0" rIns="0" tIns="0" bIns="0">
            <a:spAutoFit/>
          </a:bodyPr>
          <a:lstStyle/>
          <a:p>
            <a:pPr algn="l" marL="0" indent="0">
              <a:spcBef>
                <a:spcPts val="0"/>
              </a:spcBef>
              <a:spcAft>
                <a:spcPts val="0"/>
              </a:spcAft>
              <a:buNone/>
            </a:pPr>
            <a:r>
              <a:rPr sz="900" b="0" i="1">
                <a:solidFill>
                  <a:srgbClr val="595959"/>
                </a:solidFill>
                <a:latin typeface="Arial"/>
              </a:rPr>
              <a:t>Castle Link log from the 30 mph run — 23,150 RPM at 45 A, where 180 A was available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ripe.jpg"/>
          <p:cNvPicPr>
            <a:picLocks noChangeAspect="1"/>
          </p:cNvPicPr>
          <p:nvPr/>
        </p:nvPicPr>
        <p:blipFill>
          <a:blip r:embed="rId3"/>
          <a:srcRect t="93500"/>
          <a:stretch>
            <a:fillRect/>
          </a:stretch>
        </p:blipFill>
        <p:spPr>
          <a:xfrm>
            <a:off x="0" y="4919472"/>
            <a:ext cx="5148072" cy="228600"/>
          </a:xfrm>
          <a:prstGeom prst="rect">
            <a:avLst/>
          </a:prstGeom>
        </p:spPr>
      </p:pic>
      <p:pic>
        <p:nvPicPr>
          <p:cNvPr id="3" name="Picture 2" descr="stripe.jpg"/>
          <p:cNvPicPr>
            <a:picLocks noChangeAspect="1"/>
          </p:cNvPicPr>
          <p:nvPr/>
        </p:nvPicPr>
        <p:blipFill>
          <a:blip r:embed="rId3"/>
          <a:srcRect t="93500" r="22200"/>
          <a:stretch>
            <a:fillRect/>
          </a:stretch>
        </p:blipFill>
        <p:spPr>
          <a:xfrm>
            <a:off x="5148072" y="4919472"/>
            <a:ext cx="4005072" cy="228600"/>
          </a:xfrm>
          <a:prstGeom prst="rect">
            <a:avLst/>
          </a:prstGeom>
        </p:spPr>
      </p:pic>
      <p:pic>
        <p:nvPicPr>
          <p:cNvPr id="4" name="Picture 3" descr="shield.png"/>
          <p:cNvPicPr>
            <a:picLocks noChangeAspect="1"/>
          </p:cNvPicPr>
          <p:nvPr/>
        </p:nvPicPr>
        <p:blipFill>
          <a:blip r:embed="rId4"/>
          <a:stretch>
            <a:fillRect/>
          </a:stretch>
        </p:blipFill>
        <p:spPr>
          <a:xfrm>
            <a:off x="118872" y="4389120"/>
            <a:ext cx="521207" cy="484632"/>
          </a:xfrm>
          <a:prstGeom prst="rect">
            <a:avLst/>
          </a:prstGeom>
        </p:spPr>
      </p:pic>
      <p:pic>
        <p:nvPicPr>
          <p:cNvPr id="5" name="Picture 4" descr="pes_logo.png"/>
          <p:cNvPicPr>
            <a:picLocks noChangeAspect="1"/>
          </p:cNvPicPr>
          <p:nvPr/>
        </p:nvPicPr>
        <p:blipFill>
          <a:blip r:embed="rId5"/>
          <a:stretch>
            <a:fillRect/>
          </a:stretch>
        </p:blipFill>
        <p:spPr>
          <a:xfrm>
            <a:off x="8394192" y="4389120"/>
            <a:ext cx="630936" cy="484632"/>
          </a:xfrm>
          <a:prstGeom prst="rect">
            <a:avLst/>
          </a:prstGeom>
        </p:spPr>
      </p:pic>
      <p:sp>
        <p:nvSpPr>
          <p:cNvPr id="6" name="TextBox 5"/>
          <p:cNvSpPr txBox="1"/>
          <p:nvPr/>
        </p:nvSpPr>
        <p:spPr>
          <a:xfrm>
            <a:off x="329184" y="201168"/>
            <a:ext cx="8485632" cy="512064"/>
          </a:xfrm>
          <a:prstGeom prst="rect">
            <a:avLst/>
          </a:prstGeom>
          <a:noFill/>
        </p:spPr>
        <p:txBody>
          <a:bodyPr wrap="square" anchor="t" lIns="0" rIns="0" tIns="0" bIns="0">
            <a:spAutoFit/>
          </a:bodyPr>
          <a:lstStyle/>
          <a:p>
            <a:pPr algn="l" marL="0" indent="0">
              <a:spcBef>
                <a:spcPts val="0"/>
              </a:spcBef>
              <a:spcAft>
                <a:spcPts val="0"/>
              </a:spcAft>
              <a:buNone/>
            </a:pPr>
            <a:r>
              <a:rPr sz="3000" b="0" i="0">
                <a:solidFill>
                  <a:srgbClr val="000000"/>
                </a:solidFill>
                <a:latin typeface="Libre Franklin SemiBold"/>
              </a:rPr>
              <a:t>What Is Left — Software &amp; Autonomy</a:t>
            </a:r>
          </a:p>
        </p:txBody>
      </p:sp>
      <p:sp>
        <p:nvSpPr>
          <p:cNvPr id="7" name="Rectangle 6"/>
          <p:cNvSpPr/>
          <p:nvPr/>
        </p:nvSpPr>
        <p:spPr>
          <a:xfrm>
            <a:off x="329184" y="868680"/>
            <a:ext cx="5852160" cy="521207"/>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29184" y="868680"/>
            <a:ext cx="475488" cy="521207"/>
          </a:xfrm>
          <a:prstGeom prst="rect">
            <a:avLst/>
          </a:prstGeom>
          <a:noFill/>
        </p:spPr>
        <p:txBody>
          <a:bodyPr wrap="square" anchor="ctr" lIns="0" rIns="0" tIns="0" bIns="0">
            <a:spAutoFit/>
          </a:bodyPr>
          <a:lstStyle/>
          <a:p>
            <a:pPr algn="ctr" marL="0" indent="0">
              <a:spcBef>
                <a:spcPts val="0"/>
              </a:spcBef>
              <a:spcAft>
                <a:spcPts val="0"/>
              </a:spcAft>
              <a:buNone/>
            </a:pPr>
            <a:r>
              <a:rPr sz="1500" b="0" i="1">
                <a:solidFill>
                  <a:srgbClr val="000000"/>
                </a:solidFill>
                <a:latin typeface="Anton"/>
              </a:rPr>
              <a:t>S1</a:t>
            </a:r>
          </a:p>
        </p:txBody>
      </p:sp>
      <p:sp>
        <p:nvSpPr>
          <p:cNvPr id="9" name="TextBox 8"/>
          <p:cNvSpPr txBox="1"/>
          <p:nvPr/>
        </p:nvSpPr>
        <p:spPr>
          <a:xfrm>
            <a:off x="877824" y="950976"/>
            <a:ext cx="5193792" cy="374903"/>
          </a:xfrm>
          <a:prstGeom prst="rect">
            <a:avLst/>
          </a:prstGeom>
          <a:noFill/>
        </p:spPr>
        <p:txBody>
          <a:bodyPr wrap="square" anchor="t" lIns="0" rIns="0" tIns="0" bIns="0">
            <a:spAutoFit/>
          </a:bodyPr>
          <a:lstStyle/>
          <a:p>
            <a:pPr algn="l" marL="0" indent="0">
              <a:spcBef>
                <a:spcPts val="0"/>
              </a:spcBef>
              <a:spcAft>
                <a:spcPts val="200"/>
              </a:spcAft>
              <a:buNone/>
            </a:pPr>
            <a:r>
              <a:rPr sz="1200" b="1" i="0">
                <a:solidFill>
                  <a:srgbClr val="000000"/>
                </a:solidFill>
                <a:latin typeface="Arial"/>
              </a:rPr>
              <a:t>Stand up ArduPilot Rover SITL + Mission Planner</a:t>
            </a:r>
          </a:p>
          <a:p>
            <a:pPr algn="l" marL="0" indent="0">
              <a:spcBef>
                <a:spcPts val="0"/>
              </a:spcBef>
              <a:spcAft>
                <a:spcPts val="0"/>
              </a:spcAft>
              <a:buNone/>
            </a:pPr>
            <a:r>
              <a:rPr sz="1000" b="0" i="0">
                <a:solidFill>
                  <a:srgbClr val="000000"/>
                </a:solidFill>
                <a:latin typeface="Arial"/>
              </a:rPr>
              <a:t>About a day, no hardware. Run the Lua autopilot on it.</a:t>
            </a:r>
          </a:p>
        </p:txBody>
      </p:sp>
      <p:sp>
        <p:nvSpPr>
          <p:cNvPr id="10" name="Rectangle 9"/>
          <p:cNvSpPr/>
          <p:nvPr/>
        </p:nvSpPr>
        <p:spPr>
          <a:xfrm>
            <a:off x="329184" y="1444751"/>
            <a:ext cx="5852160" cy="521207"/>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29184" y="1444751"/>
            <a:ext cx="475488" cy="521207"/>
          </a:xfrm>
          <a:prstGeom prst="rect">
            <a:avLst/>
          </a:prstGeom>
          <a:noFill/>
        </p:spPr>
        <p:txBody>
          <a:bodyPr wrap="square" anchor="ctr" lIns="0" rIns="0" tIns="0" bIns="0">
            <a:spAutoFit/>
          </a:bodyPr>
          <a:lstStyle/>
          <a:p>
            <a:pPr algn="ctr" marL="0" indent="0">
              <a:spcBef>
                <a:spcPts val="0"/>
              </a:spcBef>
              <a:spcAft>
                <a:spcPts val="0"/>
              </a:spcAft>
              <a:buNone/>
            </a:pPr>
            <a:r>
              <a:rPr sz="1500" b="0" i="1">
                <a:solidFill>
                  <a:srgbClr val="ED7C24"/>
                </a:solidFill>
                <a:latin typeface="Anton"/>
              </a:rPr>
              <a:t>S2</a:t>
            </a:r>
          </a:p>
        </p:txBody>
      </p:sp>
      <p:sp>
        <p:nvSpPr>
          <p:cNvPr id="12" name="TextBox 11"/>
          <p:cNvSpPr txBox="1"/>
          <p:nvPr/>
        </p:nvSpPr>
        <p:spPr>
          <a:xfrm>
            <a:off x="877824" y="1527048"/>
            <a:ext cx="5193792" cy="374903"/>
          </a:xfrm>
          <a:prstGeom prst="rect">
            <a:avLst/>
          </a:prstGeom>
          <a:noFill/>
        </p:spPr>
        <p:txBody>
          <a:bodyPr wrap="square" anchor="t" lIns="0" rIns="0" tIns="0" bIns="0">
            <a:spAutoFit/>
          </a:bodyPr>
          <a:lstStyle/>
          <a:p>
            <a:pPr algn="l" marL="0" indent="0">
              <a:spcBef>
                <a:spcPts val="0"/>
              </a:spcBef>
              <a:spcAft>
                <a:spcPts val="200"/>
              </a:spcAft>
              <a:buNone/>
            </a:pPr>
            <a:r>
              <a:rPr sz="1200" b="1" i="0">
                <a:solidFill>
                  <a:srgbClr val="FFFFFF"/>
                </a:solidFill>
                <a:latin typeface="Arial"/>
              </a:rPr>
              <a:t>Demonstrate the Rule 21 GPS-loss kill</a:t>
            </a:r>
          </a:p>
          <a:p>
            <a:pPr algn="l" marL="0" indent="0">
              <a:spcBef>
                <a:spcPts val="0"/>
              </a:spcBef>
              <a:spcAft>
                <a:spcPts val="0"/>
              </a:spcAft>
              <a:buNone/>
            </a:pPr>
            <a:r>
              <a:rPr sz="1000" b="0" i="0">
                <a:solidFill>
                  <a:srgbClr val="FFFFFF"/>
                </a:solidFill>
                <a:latin typeface="Arial"/>
              </a:rPr>
              <a:t>In the script and working in simulation. Judges watch it: prove it on SITL, then the boat.</a:t>
            </a:r>
          </a:p>
        </p:txBody>
      </p:sp>
      <p:sp>
        <p:nvSpPr>
          <p:cNvPr id="13" name="Rectangle 12"/>
          <p:cNvSpPr/>
          <p:nvPr/>
        </p:nvSpPr>
        <p:spPr>
          <a:xfrm>
            <a:off x="329184" y="2020824"/>
            <a:ext cx="5852160" cy="832104"/>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29184" y="2020824"/>
            <a:ext cx="475488" cy="832104"/>
          </a:xfrm>
          <a:prstGeom prst="rect">
            <a:avLst/>
          </a:prstGeom>
          <a:noFill/>
        </p:spPr>
        <p:txBody>
          <a:bodyPr wrap="square" anchor="ctr" lIns="0" rIns="0" tIns="0" bIns="0">
            <a:spAutoFit/>
          </a:bodyPr>
          <a:lstStyle/>
          <a:p>
            <a:pPr algn="ctr" marL="0" indent="0">
              <a:spcBef>
                <a:spcPts val="0"/>
              </a:spcBef>
              <a:spcAft>
                <a:spcPts val="0"/>
              </a:spcAft>
              <a:buNone/>
            </a:pPr>
            <a:r>
              <a:rPr sz="1500" b="0" i="1">
                <a:solidFill>
                  <a:srgbClr val="000000"/>
                </a:solidFill>
                <a:latin typeface="Anton"/>
              </a:rPr>
              <a:t>S3</a:t>
            </a:r>
          </a:p>
        </p:txBody>
      </p:sp>
      <p:sp>
        <p:nvSpPr>
          <p:cNvPr id="15" name="TextBox 14"/>
          <p:cNvSpPr txBox="1"/>
          <p:nvPr/>
        </p:nvSpPr>
        <p:spPr>
          <a:xfrm>
            <a:off x="877824" y="2103120"/>
            <a:ext cx="5193792" cy="685800"/>
          </a:xfrm>
          <a:prstGeom prst="rect">
            <a:avLst/>
          </a:prstGeom>
          <a:noFill/>
        </p:spPr>
        <p:txBody>
          <a:bodyPr wrap="square" anchor="t" lIns="0" rIns="0" tIns="0" bIns="0">
            <a:spAutoFit/>
          </a:bodyPr>
          <a:lstStyle/>
          <a:p>
            <a:pPr algn="l" marL="0" indent="0">
              <a:spcBef>
                <a:spcPts val="0"/>
              </a:spcBef>
              <a:spcAft>
                <a:spcPts val="200"/>
              </a:spcAft>
              <a:buNone/>
            </a:pPr>
            <a:r>
              <a:rPr sz="1200" b="1" i="0">
                <a:solidFill>
                  <a:srgbClr val="000000"/>
                </a:solidFill>
                <a:latin typeface="Arial"/>
              </a:rPr>
              <a:t>Control allocation: decided</a:t>
            </a:r>
          </a:p>
          <a:p>
            <a:pPr algn="l" marL="0" indent="0">
              <a:spcBef>
                <a:spcPts val="0"/>
              </a:spcBef>
              <a:spcAft>
                <a:spcPts val="0"/>
              </a:spcAft>
              <a:buNone/>
            </a:pPr>
            <a:r>
              <a:rPr sz="1000" b="0" i="0">
                <a:solidFill>
                  <a:srgbClr val="000000"/>
                </a:solidFill>
                <a:latin typeface="Arial"/>
              </a:rPr>
              <a:t>Differential thrust only below 10 mph, rudder only above, with a 1 mph hysteresis band. Implemented in the Lua script.</a:t>
            </a:r>
          </a:p>
        </p:txBody>
      </p:sp>
      <p:sp>
        <p:nvSpPr>
          <p:cNvPr id="16" name="Rectangle 15"/>
          <p:cNvSpPr/>
          <p:nvPr/>
        </p:nvSpPr>
        <p:spPr>
          <a:xfrm>
            <a:off x="329184" y="2907791"/>
            <a:ext cx="5852160" cy="676656"/>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9184" y="2907791"/>
            <a:ext cx="475488" cy="676656"/>
          </a:xfrm>
          <a:prstGeom prst="rect">
            <a:avLst/>
          </a:prstGeom>
          <a:noFill/>
        </p:spPr>
        <p:txBody>
          <a:bodyPr wrap="square" anchor="ctr" lIns="0" rIns="0" tIns="0" bIns="0">
            <a:spAutoFit/>
          </a:bodyPr>
          <a:lstStyle/>
          <a:p>
            <a:pPr algn="ctr" marL="0" indent="0">
              <a:spcBef>
                <a:spcPts val="0"/>
              </a:spcBef>
              <a:spcAft>
                <a:spcPts val="0"/>
              </a:spcAft>
              <a:buNone/>
            </a:pPr>
            <a:r>
              <a:rPr sz="1500" b="0" i="1">
                <a:solidFill>
                  <a:srgbClr val="ED7C24"/>
                </a:solidFill>
                <a:latin typeface="Anton"/>
              </a:rPr>
              <a:t>S4</a:t>
            </a:r>
          </a:p>
        </p:txBody>
      </p:sp>
      <p:sp>
        <p:nvSpPr>
          <p:cNvPr id="18" name="TextBox 17"/>
          <p:cNvSpPr txBox="1"/>
          <p:nvPr/>
        </p:nvSpPr>
        <p:spPr>
          <a:xfrm>
            <a:off x="877824" y="2990087"/>
            <a:ext cx="5193792" cy="530352"/>
          </a:xfrm>
          <a:prstGeom prst="rect">
            <a:avLst/>
          </a:prstGeom>
          <a:noFill/>
        </p:spPr>
        <p:txBody>
          <a:bodyPr wrap="square" anchor="t" lIns="0" rIns="0" tIns="0" bIns="0">
            <a:spAutoFit/>
          </a:bodyPr>
          <a:lstStyle/>
          <a:p>
            <a:pPr algn="l" marL="0" indent="0">
              <a:spcBef>
                <a:spcPts val="0"/>
              </a:spcBef>
              <a:spcAft>
                <a:spcPts val="200"/>
              </a:spcAft>
              <a:buNone/>
            </a:pPr>
            <a:r>
              <a:rPr sz="1200" b="1" i="0">
                <a:solidFill>
                  <a:srgbClr val="FFFFFF"/>
                </a:solidFill>
                <a:latin typeface="Arial"/>
              </a:rPr>
              <a:t>Gain schedule: done in the script</a:t>
            </a:r>
          </a:p>
          <a:p>
            <a:pPr algn="l" marL="0" indent="0">
              <a:spcBef>
                <a:spcPts val="0"/>
              </a:spcBef>
              <a:spcAft>
                <a:spcPts val="0"/>
              </a:spcAft>
              <a:buNone/>
            </a:pPr>
            <a:r>
              <a:rPr sz="1000" b="0" i="0">
                <a:solidFill>
                  <a:srgbClr val="FFFFFF"/>
                </a:solidFill>
                <a:latin typeface="Arial"/>
              </a:rPr>
              <a:t>The rate loop works in moment units, so one gain serves every speed and both actuators.</a:t>
            </a:r>
          </a:p>
        </p:txBody>
      </p:sp>
      <p:sp>
        <p:nvSpPr>
          <p:cNvPr id="19" name="Rectangle 18"/>
          <p:cNvSpPr/>
          <p:nvPr/>
        </p:nvSpPr>
        <p:spPr>
          <a:xfrm>
            <a:off x="329184" y="3639311"/>
            <a:ext cx="5852160" cy="676656"/>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9184" y="3639311"/>
            <a:ext cx="475488" cy="676656"/>
          </a:xfrm>
          <a:prstGeom prst="rect">
            <a:avLst/>
          </a:prstGeom>
          <a:noFill/>
        </p:spPr>
        <p:txBody>
          <a:bodyPr wrap="square" anchor="ctr" lIns="0" rIns="0" tIns="0" bIns="0">
            <a:spAutoFit/>
          </a:bodyPr>
          <a:lstStyle/>
          <a:p>
            <a:pPr algn="ctr" marL="0" indent="0">
              <a:spcBef>
                <a:spcPts val="0"/>
              </a:spcBef>
              <a:spcAft>
                <a:spcPts val="0"/>
              </a:spcAft>
              <a:buNone/>
            </a:pPr>
            <a:r>
              <a:rPr sz="1500" b="0" i="1">
                <a:solidFill>
                  <a:srgbClr val="000000"/>
                </a:solidFill>
                <a:latin typeface="Anton"/>
              </a:rPr>
              <a:t>S5</a:t>
            </a:r>
          </a:p>
        </p:txBody>
      </p:sp>
      <p:sp>
        <p:nvSpPr>
          <p:cNvPr id="21" name="TextBox 20"/>
          <p:cNvSpPr txBox="1"/>
          <p:nvPr/>
        </p:nvSpPr>
        <p:spPr>
          <a:xfrm>
            <a:off x="877824" y="3721607"/>
            <a:ext cx="5193792" cy="530352"/>
          </a:xfrm>
          <a:prstGeom prst="rect">
            <a:avLst/>
          </a:prstGeom>
          <a:noFill/>
        </p:spPr>
        <p:txBody>
          <a:bodyPr wrap="square" anchor="t" lIns="0" rIns="0" tIns="0" bIns="0">
            <a:spAutoFit/>
          </a:bodyPr>
          <a:lstStyle/>
          <a:p>
            <a:pPr algn="l" marL="0" indent="0">
              <a:spcBef>
                <a:spcPts val="0"/>
              </a:spcBef>
              <a:spcAft>
                <a:spcPts val="200"/>
              </a:spcAft>
              <a:buNone/>
            </a:pPr>
            <a:r>
              <a:rPr sz="1200" b="1" i="0">
                <a:solidFill>
                  <a:srgbClr val="000000"/>
                </a:solidFill>
                <a:latin typeface="Arial"/>
              </a:rPr>
              <a:t>Build a steering-fault response mode</a:t>
            </a:r>
          </a:p>
          <a:p>
            <a:pPr algn="l" marL="0" indent="0">
              <a:spcBef>
                <a:spcPts val="0"/>
              </a:spcBef>
              <a:spcAft>
                <a:spcPts val="0"/>
              </a:spcAft>
              <a:buNone/>
            </a:pPr>
            <a:r>
              <a:rPr sz="1000" b="0" i="0">
                <a:solidFill>
                  <a:srgbClr val="000000"/>
                </a:solidFill>
                <a:latin typeface="Arial"/>
              </a:rPr>
              <a:t>Above 10 mph the motors never steer, so a jammed rudder loses the boat. Detect it, slow below 10 mph, steer on the motors.</a:t>
            </a:r>
          </a:p>
        </p:txBody>
      </p:sp>
      <p:pic>
        <p:nvPicPr>
          <p:cNvPr id="22" name="Picture 21" descr="boat_launch.jpg"/>
          <p:cNvPicPr>
            <a:picLocks noChangeAspect="1"/>
          </p:cNvPicPr>
          <p:nvPr/>
        </p:nvPicPr>
        <p:blipFill>
          <a:blip r:embed="rId6"/>
          <a:srcRect l="6177" r="6177"/>
          <a:stretch>
            <a:fillRect/>
          </a:stretch>
        </p:blipFill>
        <p:spPr>
          <a:xfrm>
            <a:off x="6364224" y="868680"/>
            <a:ext cx="2450592" cy="1572768"/>
          </a:xfrm>
          <a:prstGeom prst="rect">
            <a:avLst/>
          </a:prstGeom>
        </p:spPr>
      </p:pic>
      <p:sp>
        <p:nvSpPr>
          <p:cNvPr id="23" name="Rectangle 22"/>
          <p:cNvSpPr/>
          <p:nvPr/>
        </p:nvSpPr>
        <p:spPr>
          <a:xfrm>
            <a:off x="6364224" y="2532888"/>
            <a:ext cx="2450592" cy="1737360"/>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28816" y="2664561"/>
            <a:ext cx="2121408" cy="1474012"/>
          </a:xfrm>
          <a:prstGeom prst="rect">
            <a:avLst/>
          </a:prstGeom>
          <a:noFill/>
        </p:spPr>
        <p:txBody>
          <a:bodyPr wrap="square" anchor="t" lIns="0" rIns="0" tIns="0" bIns="0">
            <a:spAutoFit/>
          </a:bodyPr>
          <a:lstStyle/>
          <a:p>
            <a:pPr algn="l" marL="0" indent="0">
              <a:spcBef>
                <a:spcPts val="0"/>
              </a:spcBef>
              <a:spcAft>
                <a:spcPts val="600"/>
              </a:spcAft>
              <a:buNone/>
            </a:pPr>
            <a:r>
              <a:rPr sz="1300" b="1" i="0">
                <a:solidFill>
                  <a:srgbClr val="000000"/>
                </a:solidFill>
                <a:latin typeface="Arial"/>
              </a:rPr>
              <a:t>Already built:</a:t>
            </a:r>
          </a:p>
          <a:p>
            <a:pPr algn="l" marL="173736" indent="-173736">
              <a:spcBef>
                <a:spcPts val="0"/>
              </a:spcBef>
              <a:spcAft>
                <a:spcPts val="300"/>
              </a:spcAft>
              <a:buSzPct val="70000"/>
              <a:buFont typeface="Arial"/>
              <a:buChar char="●"/>
            </a:pPr>
            <a:r>
              <a:rPr sz="1100" b="0" i="0">
                <a:solidFill>
                  <a:srgbClr val="000000"/>
                </a:solidFill>
                <a:latin typeface="Arial"/>
              </a:rPr>
              <a:t>3-DOF plant model in Python</a:t>
            </a:r>
          </a:p>
          <a:p>
            <a:pPr algn="l" marL="173736" indent="-173736">
              <a:spcBef>
                <a:spcPts val="0"/>
              </a:spcBef>
              <a:spcAft>
                <a:spcPts val="300"/>
              </a:spcAft>
              <a:buSzPct val="70000"/>
              <a:buFont typeface="Arial"/>
              <a:buChar char="●"/>
            </a:pPr>
            <a:r>
              <a:rPr sz="1100" b="0" i="0">
                <a:solidFill>
                  <a:srgbClr val="000000"/>
                </a:solidFill>
                <a:latin typeface="Arial"/>
              </a:rPr>
              <a:t>Gain schedule, derived not grid-searched</a:t>
            </a:r>
          </a:p>
          <a:p>
            <a:pPr algn="l" marL="173736" indent="-173736">
              <a:spcBef>
                <a:spcPts val="0"/>
              </a:spcBef>
              <a:spcAft>
                <a:spcPts val="300"/>
              </a:spcAft>
              <a:buSzPct val="70000"/>
              <a:buFont typeface="Arial"/>
              <a:buChar char="●"/>
            </a:pPr>
            <a:r>
              <a:rPr sz="1100" b="0" i="0">
                <a:solidFill>
                  <a:srgbClr val="000000"/>
                </a:solidFill>
                <a:latin typeface="Arial"/>
              </a:rPr>
              <a:t>Monte Carlo robustness study</a:t>
            </a:r>
          </a:p>
          <a:p>
            <a:pPr algn="l" marL="173736" indent="-173736">
              <a:spcBef>
                <a:spcPts val="0"/>
              </a:spcBef>
              <a:spcAft>
                <a:spcPts val="300"/>
              </a:spcAft>
              <a:buSzPct val="70000"/>
              <a:buFont typeface="Arial"/>
              <a:buChar char="●"/>
            </a:pPr>
            <a:r>
              <a:rPr sz="1100" b="0" i="0">
                <a:solidFill>
                  <a:srgbClr val="000000"/>
                </a:solidFill>
                <a:latin typeface="Arial"/>
              </a:rPr>
              <a:t>Failure-mode analysis</a:t>
            </a:r>
          </a:p>
          <a:p>
            <a:pPr algn="l" marL="173736" indent="-173736">
              <a:spcBef>
                <a:spcPts val="0"/>
              </a:spcBef>
              <a:spcAft>
                <a:spcPts val="300"/>
              </a:spcAft>
              <a:buSzPct val="70000"/>
              <a:buFont typeface="Arial"/>
              <a:buChar char="●"/>
            </a:pPr>
            <a:r>
              <a:rPr sz="1100" b="0" i="0">
                <a:solidFill>
                  <a:srgbClr val="000000"/>
                </a:solidFill>
                <a:latin typeface="Arial"/>
              </a:rPr>
              <a:t>Lua autopilot, Rule 21 kill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 name="Picture 2" descr="stripe.jpg"/>
          <p:cNvPicPr>
            <a:picLocks noChangeAspect="1"/>
          </p:cNvPicPr>
          <p:nvPr/>
        </p:nvPicPr>
        <p:blipFill>
          <a:blip r:embed="rId3"/>
          <a:srcRect t="93500"/>
          <a:stretch>
            <a:fillRect/>
          </a:stretch>
        </p:blipFill>
        <p:spPr>
          <a:xfrm>
            <a:off x="0" y="4919472"/>
            <a:ext cx="5148072" cy="228600"/>
          </a:xfrm>
          <a:prstGeom prst="rect">
            <a:avLst/>
          </a:prstGeom>
        </p:spPr>
      </p:pic>
      <p:pic>
        <p:nvPicPr>
          <p:cNvPr id="4" name="Picture 3" descr="stripe.jpg"/>
          <p:cNvPicPr>
            <a:picLocks noChangeAspect="1"/>
          </p:cNvPicPr>
          <p:nvPr/>
        </p:nvPicPr>
        <p:blipFill>
          <a:blip r:embed="rId3"/>
          <a:srcRect t="93500" r="22200"/>
          <a:stretch>
            <a:fillRect/>
          </a:stretch>
        </p:blipFill>
        <p:spPr>
          <a:xfrm>
            <a:off x="5148072" y="4919472"/>
            <a:ext cx="4005072" cy="228600"/>
          </a:xfrm>
          <a:prstGeom prst="rect">
            <a:avLst/>
          </a:prstGeom>
        </p:spPr>
      </p:pic>
      <p:pic>
        <p:nvPicPr>
          <p:cNvPr id="5" name="Picture 4" descr="pes_logo.png"/>
          <p:cNvPicPr>
            <a:picLocks noChangeAspect="1"/>
          </p:cNvPicPr>
          <p:nvPr/>
        </p:nvPicPr>
        <p:blipFill>
          <a:blip r:embed="rId4"/>
          <a:stretch>
            <a:fillRect/>
          </a:stretch>
        </p:blipFill>
        <p:spPr>
          <a:xfrm>
            <a:off x="8321040" y="256032"/>
            <a:ext cx="713232" cy="548640"/>
          </a:xfrm>
          <a:prstGeom prst="rect">
            <a:avLst/>
          </a:prstGeom>
        </p:spPr>
      </p:pic>
      <p:sp>
        <p:nvSpPr>
          <p:cNvPr id="6" name="TextBox 5"/>
          <p:cNvSpPr txBox="1"/>
          <p:nvPr/>
        </p:nvSpPr>
        <p:spPr>
          <a:xfrm>
            <a:off x="329184" y="329184"/>
            <a:ext cx="7680960" cy="548640"/>
          </a:xfrm>
          <a:prstGeom prst="rect">
            <a:avLst/>
          </a:prstGeom>
          <a:noFill/>
        </p:spPr>
        <p:txBody>
          <a:bodyPr wrap="square" anchor="t" lIns="0" rIns="0" tIns="0" bIns="0">
            <a:spAutoFit/>
          </a:bodyPr>
          <a:lstStyle/>
          <a:p>
            <a:pPr algn="l" marL="0" indent="0">
              <a:spcBef>
                <a:spcPts val="0"/>
              </a:spcBef>
              <a:spcAft>
                <a:spcPts val="0"/>
              </a:spcAft>
              <a:buNone/>
            </a:pPr>
            <a:r>
              <a:rPr sz="3200" b="0" i="0">
                <a:solidFill>
                  <a:srgbClr val="FFFFFF"/>
                </a:solidFill>
                <a:latin typeface="Libre Franklin SemiBold"/>
              </a:rPr>
              <a:t>If Only Three Things Get Done</a:t>
            </a:r>
          </a:p>
        </p:txBody>
      </p:sp>
      <p:sp>
        <p:nvSpPr>
          <p:cNvPr id="7" name="Rounded Rectangle 6"/>
          <p:cNvSpPr/>
          <p:nvPr/>
        </p:nvSpPr>
        <p:spPr>
          <a:xfrm>
            <a:off x="329184" y="1554480"/>
            <a:ext cx="2761488" cy="1956816"/>
          </a:xfrm>
          <a:prstGeom prst="roundRect">
            <a:avLst>
              <a:gd name="adj" fmla="val 7000"/>
            </a:avLst>
          </a:prstGeom>
          <a:solidFill>
            <a:srgbClr val="ED7C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30352" y="1719072"/>
            <a:ext cx="2359152" cy="1627632"/>
          </a:xfrm>
          <a:prstGeom prst="rect">
            <a:avLst/>
          </a:prstGeom>
          <a:noFill/>
        </p:spPr>
        <p:txBody>
          <a:bodyPr wrap="square" anchor="t" lIns="0" rIns="0" tIns="0" bIns="0">
            <a:spAutoFit/>
          </a:bodyPr>
          <a:lstStyle/>
          <a:p>
            <a:pPr algn="l" marL="0" indent="0">
              <a:spcBef>
                <a:spcPts val="0"/>
              </a:spcBef>
              <a:spcAft>
                <a:spcPts val="200"/>
              </a:spcAft>
              <a:buNone/>
            </a:pPr>
            <a:r>
              <a:rPr sz="4000" b="0" i="1">
                <a:solidFill>
                  <a:srgbClr val="FFFFFF"/>
                </a:solidFill>
                <a:latin typeface="Anton"/>
              </a:rPr>
              <a:t>01</a:t>
            </a:r>
          </a:p>
          <a:p>
            <a:pPr algn="l" marL="0" indent="0">
              <a:spcBef>
                <a:spcPts val="0"/>
              </a:spcBef>
              <a:spcAft>
                <a:spcPts val="600"/>
              </a:spcAft>
              <a:buNone/>
            </a:pPr>
            <a:r>
              <a:rPr sz="1500" b="1" i="0">
                <a:solidFill>
                  <a:srgbClr val="000000"/>
                </a:solidFill>
                <a:latin typeface="Arial"/>
              </a:rPr>
              <a:t>Driveline retention</a:t>
            </a:r>
          </a:p>
          <a:p>
            <a:pPr algn="l" marL="0" indent="0">
              <a:spcBef>
                <a:spcPts val="0"/>
              </a:spcBef>
              <a:spcAft>
                <a:spcPts val="0"/>
              </a:spcAft>
              <a:buNone/>
            </a:pPr>
            <a:r>
              <a:rPr sz="1150" b="0" i="0">
                <a:solidFill>
                  <a:srgbClr val="000000"/>
                </a:solidFill>
                <a:latin typeface="Arial"/>
              </a:rPr>
              <a:t>Collets replaced, positive retention added, alignment checked with a fixture. This is what ended the race.</a:t>
            </a:r>
          </a:p>
        </p:txBody>
      </p:sp>
      <p:sp>
        <p:nvSpPr>
          <p:cNvPr id="9" name="Rounded Rectangle 8"/>
          <p:cNvSpPr/>
          <p:nvPr/>
        </p:nvSpPr>
        <p:spPr>
          <a:xfrm>
            <a:off x="3191256" y="1554480"/>
            <a:ext cx="2761488" cy="1956816"/>
          </a:xfrm>
          <a:prstGeom prst="roundRect">
            <a:avLst>
              <a:gd name="adj" fmla="val 7000"/>
            </a:avLst>
          </a:prstGeom>
          <a:solidFill>
            <a:srgbClr val="ED7C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392424" y="1719072"/>
            <a:ext cx="2359152" cy="1627632"/>
          </a:xfrm>
          <a:prstGeom prst="rect">
            <a:avLst/>
          </a:prstGeom>
          <a:noFill/>
        </p:spPr>
        <p:txBody>
          <a:bodyPr wrap="square" anchor="t" lIns="0" rIns="0" tIns="0" bIns="0">
            <a:spAutoFit/>
          </a:bodyPr>
          <a:lstStyle/>
          <a:p>
            <a:pPr algn="l" marL="0" indent="0">
              <a:spcBef>
                <a:spcPts val="0"/>
              </a:spcBef>
              <a:spcAft>
                <a:spcPts val="200"/>
              </a:spcAft>
              <a:buNone/>
            </a:pPr>
            <a:r>
              <a:rPr sz="4000" b="0" i="1">
                <a:solidFill>
                  <a:srgbClr val="FFFFFF"/>
                </a:solidFill>
                <a:latin typeface="Anton"/>
              </a:rPr>
              <a:t>02</a:t>
            </a:r>
          </a:p>
          <a:p>
            <a:pPr algn="l" marL="0" indent="0">
              <a:spcBef>
                <a:spcPts val="0"/>
              </a:spcBef>
              <a:spcAft>
                <a:spcPts val="600"/>
              </a:spcAft>
              <a:buNone/>
            </a:pPr>
            <a:r>
              <a:rPr sz="1500" b="1" i="0">
                <a:solidFill>
                  <a:srgbClr val="000000"/>
                </a:solidFill>
                <a:latin typeface="Arial"/>
              </a:rPr>
              <a:t>Cooling that works</a:t>
            </a:r>
          </a:p>
          <a:p>
            <a:pPr algn="l" marL="0" indent="0">
              <a:spcBef>
                <a:spcPts val="0"/>
              </a:spcBef>
              <a:spcAft>
                <a:spcPts val="0"/>
              </a:spcAft>
              <a:buNone/>
            </a:pPr>
            <a:r>
              <a:rPr sz="1150" b="0" i="0">
                <a:solidFill>
                  <a:srgbClr val="000000"/>
                </a:solidFill>
                <a:latin typeface="Arial"/>
              </a:rPr>
              <a:t>Pumps on the raw-water side, flow verified through the exchanger, and one sustained thermal test at race duration.</a:t>
            </a:r>
          </a:p>
        </p:txBody>
      </p:sp>
      <p:sp>
        <p:nvSpPr>
          <p:cNvPr id="11" name="Rounded Rectangle 10"/>
          <p:cNvSpPr/>
          <p:nvPr/>
        </p:nvSpPr>
        <p:spPr>
          <a:xfrm>
            <a:off x="6053327" y="1554480"/>
            <a:ext cx="2761488" cy="1956816"/>
          </a:xfrm>
          <a:prstGeom prst="roundRect">
            <a:avLst>
              <a:gd name="adj" fmla="val 7000"/>
            </a:avLst>
          </a:prstGeom>
          <a:solidFill>
            <a:srgbClr val="ED7C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54495" y="1719072"/>
            <a:ext cx="2359152" cy="1627632"/>
          </a:xfrm>
          <a:prstGeom prst="rect">
            <a:avLst/>
          </a:prstGeom>
          <a:noFill/>
        </p:spPr>
        <p:txBody>
          <a:bodyPr wrap="square" anchor="t" lIns="0" rIns="0" tIns="0" bIns="0">
            <a:spAutoFit/>
          </a:bodyPr>
          <a:lstStyle/>
          <a:p>
            <a:pPr algn="l" marL="0" indent="0">
              <a:spcBef>
                <a:spcPts val="0"/>
              </a:spcBef>
              <a:spcAft>
                <a:spcPts val="200"/>
              </a:spcAft>
              <a:buNone/>
            </a:pPr>
            <a:r>
              <a:rPr sz="4000" b="0" i="1">
                <a:solidFill>
                  <a:srgbClr val="FFFFFF"/>
                </a:solidFill>
                <a:latin typeface="Anton"/>
              </a:rPr>
              <a:t>03</a:t>
            </a:r>
          </a:p>
          <a:p>
            <a:pPr algn="l" marL="0" indent="0">
              <a:spcBef>
                <a:spcPts val="0"/>
              </a:spcBef>
              <a:spcAft>
                <a:spcPts val="600"/>
              </a:spcAft>
              <a:buNone/>
            </a:pPr>
            <a:r>
              <a:rPr sz="1500" b="1" i="0">
                <a:solidFill>
                  <a:srgbClr val="000000"/>
                </a:solidFill>
                <a:latin typeface="Arial"/>
              </a:rPr>
              <a:t>The Rule 21 GPS-loss kill</a:t>
            </a:r>
          </a:p>
          <a:p>
            <a:pPr algn="l" marL="0" indent="0">
              <a:spcBef>
                <a:spcPts val="0"/>
              </a:spcBef>
              <a:spcAft>
                <a:spcPts val="0"/>
              </a:spcAft>
              <a:buNone/>
            </a:pPr>
            <a:r>
              <a:rPr sz="1150" b="0" i="0">
                <a:solidFill>
                  <a:srgbClr val="000000"/>
                </a:solidFill>
                <a:latin typeface="Arial"/>
              </a:rPr>
              <a:t>The craft must stop when navigation data is lost or corrupted. Not implemented anywhere. It gates competing at all.</a:t>
            </a:r>
          </a:p>
        </p:txBody>
      </p:sp>
      <p:sp>
        <p:nvSpPr>
          <p:cNvPr id="13" name="TextBox 12"/>
          <p:cNvSpPr txBox="1"/>
          <p:nvPr/>
        </p:nvSpPr>
        <p:spPr>
          <a:xfrm>
            <a:off x="329184" y="3785615"/>
            <a:ext cx="8485632" cy="457200"/>
          </a:xfrm>
          <a:prstGeom prst="rect">
            <a:avLst/>
          </a:prstGeom>
          <a:noFill/>
        </p:spPr>
        <p:txBody>
          <a:bodyPr wrap="square" anchor="t" lIns="0" rIns="0" tIns="0" bIns="0">
            <a:spAutoFit/>
          </a:bodyPr>
          <a:lstStyle/>
          <a:p>
            <a:pPr algn="ctr" marL="0" indent="0">
              <a:spcBef>
                <a:spcPts val="0"/>
              </a:spcBef>
              <a:spcAft>
                <a:spcPts val="0"/>
              </a:spcAft>
              <a:buNone/>
            </a:pPr>
            <a:r>
              <a:rPr sz="1400" b="0" i="1">
                <a:solidFill>
                  <a:srgbClr val="FFFFFF"/>
                </a:solidFill>
                <a:latin typeface="Arial"/>
              </a:rPr>
              <a:t>The first two are what ended the last campaign. The third is a gate on competing at 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ripe.jpg"/>
          <p:cNvPicPr>
            <a:picLocks noChangeAspect="1"/>
          </p:cNvPicPr>
          <p:nvPr/>
        </p:nvPicPr>
        <p:blipFill>
          <a:blip r:embed="rId3"/>
          <a:srcRect t="93500"/>
          <a:stretch>
            <a:fillRect/>
          </a:stretch>
        </p:blipFill>
        <p:spPr>
          <a:xfrm>
            <a:off x="0" y="4919472"/>
            <a:ext cx="5148072" cy="228600"/>
          </a:xfrm>
          <a:prstGeom prst="rect">
            <a:avLst/>
          </a:prstGeom>
        </p:spPr>
      </p:pic>
      <p:pic>
        <p:nvPicPr>
          <p:cNvPr id="3" name="Picture 2" descr="stripe.jpg"/>
          <p:cNvPicPr>
            <a:picLocks noChangeAspect="1"/>
          </p:cNvPicPr>
          <p:nvPr/>
        </p:nvPicPr>
        <p:blipFill>
          <a:blip r:embed="rId3"/>
          <a:srcRect t="93500" r="22200"/>
          <a:stretch>
            <a:fillRect/>
          </a:stretch>
        </p:blipFill>
        <p:spPr>
          <a:xfrm>
            <a:off x="5148072" y="4919472"/>
            <a:ext cx="4005072" cy="228600"/>
          </a:xfrm>
          <a:prstGeom prst="rect">
            <a:avLst/>
          </a:prstGeom>
        </p:spPr>
      </p:pic>
      <p:pic>
        <p:nvPicPr>
          <p:cNvPr id="4" name="Picture 3" descr="shield.png"/>
          <p:cNvPicPr>
            <a:picLocks noChangeAspect="1"/>
          </p:cNvPicPr>
          <p:nvPr/>
        </p:nvPicPr>
        <p:blipFill>
          <a:blip r:embed="rId4"/>
          <a:stretch>
            <a:fillRect/>
          </a:stretch>
        </p:blipFill>
        <p:spPr>
          <a:xfrm>
            <a:off x="118872" y="4389120"/>
            <a:ext cx="521207" cy="484632"/>
          </a:xfrm>
          <a:prstGeom prst="rect">
            <a:avLst/>
          </a:prstGeom>
        </p:spPr>
      </p:pic>
      <p:pic>
        <p:nvPicPr>
          <p:cNvPr id="5" name="Picture 4" descr="pes_logo.png"/>
          <p:cNvPicPr>
            <a:picLocks noChangeAspect="1"/>
          </p:cNvPicPr>
          <p:nvPr/>
        </p:nvPicPr>
        <p:blipFill>
          <a:blip r:embed="rId5"/>
          <a:stretch>
            <a:fillRect/>
          </a:stretch>
        </p:blipFill>
        <p:spPr>
          <a:xfrm>
            <a:off x="8394192" y="4389120"/>
            <a:ext cx="630936" cy="484632"/>
          </a:xfrm>
          <a:prstGeom prst="rect">
            <a:avLst/>
          </a:prstGeom>
        </p:spPr>
      </p:pic>
      <p:sp>
        <p:nvSpPr>
          <p:cNvPr id="6" name="TextBox 5"/>
          <p:cNvSpPr txBox="1"/>
          <p:nvPr/>
        </p:nvSpPr>
        <p:spPr>
          <a:xfrm>
            <a:off x="329184" y="201168"/>
            <a:ext cx="8485632" cy="512064"/>
          </a:xfrm>
          <a:prstGeom prst="rect">
            <a:avLst/>
          </a:prstGeom>
          <a:noFill/>
        </p:spPr>
        <p:txBody>
          <a:bodyPr wrap="square" anchor="t" lIns="0" rIns="0" tIns="0" bIns="0">
            <a:spAutoFit/>
          </a:bodyPr>
          <a:lstStyle/>
          <a:p>
            <a:pPr algn="l" marL="0" indent="0">
              <a:spcBef>
                <a:spcPts val="0"/>
              </a:spcBef>
              <a:spcAft>
                <a:spcPts val="0"/>
              </a:spcAft>
              <a:buNone/>
            </a:pPr>
            <a:r>
              <a:rPr sz="3000" b="0" i="0">
                <a:solidFill>
                  <a:srgbClr val="000000"/>
                </a:solidFill>
                <a:latin typeface="Libre Franklin SemiBold"/>
              </a:rPr>
              <a:t>You Can Help on Day One</a:t>
            </a:r>
          </a:p>
        </p:txBody>
      </p:sp>
      <p:sp>
        <p:nvSpPr>
          <p:cNvPr id="7" name="TextBox 6"/>
          <p:cNvSpPr txBox="1"/>
          <p:nvPr/>
        </p:nvSpPr>
        <p:spPr>
          <a:xfrm>
            <a:off x="329184" y="685800"/>
            <a:ext cx="8485632" cy="256032"/>
          </a:xfrm>
          <a:prstGeom prst="rect">
            <a:avLst/>
          </a:prstGeom>
          <a:noFill/>
        </p:spPr>
        <p:txBody>
          <a:bodyPr wrap="square" anchor="t" lIns="0" rIns="0" tIns="0" bIns="0">
            <a:spAutoFit/>
          </a:bodyPr>
          <a:lstStyle/>
          <a:p>
            <a:pPr algn="l" marL="0" indent="0">
              <a:spcBef>
                <a:spcPts val="0"/>
              </a:spcBef>
              <a:spcAft>
                <a:spcPts val="0"/>
              </a:spcAft>
              <a:buNone/>
            </a:pPr>
            <a:r>
              <a:rPr sz="1300" b="0" i="1">
                <a:solidFill>
                  <a:srgbClr val="595959"/>
                </a:solidFill>
                <a:latin typeface="Arial"/>
              </a:rPr>
              <a:t>Measurements that collapse more uncertainty than any amount of further simulation</a:t>
            </a:r>
          </a:p>
        </p:txBody>
      </p:sp>
      <p:sp>
        <p:nvSpPr>
          <p:cNvPr id="8" name="Rectangle 7"/>
          <p:cNvSpPr/>
          <p:nvPr/>
        </p:nvSpPr>
        <p:spPr>
          <a:xfrm>
            <a:off x="329184" y="1060704"/>
            <a:ext cx="2761488" cy="1408176"/>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75488" y="1179576"/>
            <a:ext cx="2468880" cy="1170432"/>
          </a:xfrm>
          <a:prstGeom prst="rect">
            <a:avLst/>
          </a:prstGeom>
          <a:noFill/>
        </p:spPr>
        <p:txBody>
          <a:bodyPr wrap="square" anchor="t" lIns="0" rIns="0" tIns="0" bIns="0">
            <a:spAutoFit/>
          </a:bodyPr>
          <a:lstStyle/>
          <a:p>
            <a:pPr algn="l" marL="0" indent="0">
              <a:spcBef>
                <a:spcPts val="0"/>
              </a:spcBef>
              <a:spcAft>
                <a:spcPts val="100"/>
              </a:spcAft>
              <a:buNone/>
            </a:pPr>
            <a:r>
              <a:rPr sz="1350" b="1" i="0">
                <a:solidFill>
                  <a:srgbClr val="000000"/>
                </a:solidFill>
                <a:latin typeface="Arial"/>
              </a:rPr>
              <a:t>Rudder stock position</a:t>
            </a:r>
          </a:p>
          <a:p>
            <a:pPr algn="l" marL="0" indent="0">
              <a:spcBef>
                <a:spcPts val="0"/>
              </a:spcBef>
              <a:spcAft>
                <a:spcPts val="500"/>
              </a:spcAft>
              <a:buNone/>
            </a:pPr>
            <a:r>
              <a:rPr sz="1050" b="1" i="1">
                <a:solidFill>
                  <a:srgbClr val="B32A1F"/>
                </a:solidFill>
                <a:latin typeface="Arial"/>
              </a:rPr>
              <a:t>10 min, callipers</a:t>
            </a:r>
          </a:p>
          <a:p>
            <a:pPr algn="l" marL="0" indent="0">
              <a:spcBef>
                <a:spcPts val="0"/>
              </a:spcBef>
              <a:spcAft>
                <a:spcPts val="0"/>
              </a:spcAft>
              <a:buNone/>
            </a:pPr>
            <a:r>
              <a:rPr sz="1050" b="0" i="0">
                <a:solidFill>
                  <a:srgbClr val="000000"/>
                </a:solidFill>
                <a:latin typeface="Arial"/>
              </a:rPr>
              <a:t>Decides whether the servo spec closes at all: ~103 kg·cm at the leading edge against roughly zero if balanced. New blade, 50 mph.</a:t>
            </a:r>
          </a:p>
        </p:txBody>
      </p:sp>
      <p:sp>
        <p:nvSpPr>
          <p:cNvPr id="10" name="Rectangle 9"/>
          <p:cNvSpPr/>
          <p:nvPr/>
        </p:nvSpPr>
        <p:spPr>
          <a:xfrm>
            <a:off x="3191256" y="1060704"/>
            <a:ext cx="2761488" cy="1408176"/>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337560" y="1179576"/>
            <a:ext cx="2468880" cy="1170432"/>
          </a:xfrm>
          <a:prstGeom prst="rect">
            <a:avLst/>
          </a:prstGeom>
          <a:noFill/>
        </p:spPr>
        <p:txBody>
          <a:bodyPr wrap="square" anchor="t" lIns="0" rIns="0" tIns="0" bIns="0">
            <a:spAutoFit/>
          </a:bodyPr>
          <a:lstStyle/>
          <a:p>
            <a:pPr algn="l" marL="0" indent="0">
              <a:spcBef>
                <a:spcPts val="0"/>
              </a:spcBef>
              <a:spcAft>
                <a:spcPts val="100"/>
              </a:spcAft>
              <a:buNone/>
            </a:pPr>
            <a:r>
              <a:rPr sz="1350" b="1" i="0">
                <a:solidFill>
                  <a:srgbClr val="000000"/>
                </a:solidFill>
                <a:latin typeface="Arial"/>
              </a:rPr>
              <a:t>Rudder tiller arm radius</a:t>
            </a:r>
          </a:p>
          <a:p>
            <a:pPr algn="l" marL="0" indent="0">
              <a:spcBef>
                <a:spcPts val="0"/>
              </a:spcBef>
              <a:spcAft>
                <a:spcPts val="500"/>
              </a:spcAft>
              <a:buNone/>
            </a:pPr>
            <a:r>
              <a:rPr sz="1050" b="1" i="1">
                <a:solidFill>
                  <a:srgbClr val="B32A1F"/>
                </a:solidFill>
                <a:latin typeface="Arial"/>
              </a:rPr>
              <a:t>10 min, ruler</a:t>
            </a:r>
          </a:p>
          <a:p>
            <a:pPr algn="l" marL="0" indent="0">
              <a:spcBef>
                <a:spcPts val="0"/>
              </a:spcBef>
              <a:spcAft>
                <a:spcPts val="0"/>
              </a:spcAft>
              <a:buNone/>
            </a:pPr>
            <a:r>
              <a:rPr sz="1050" b="0" i="0">
                <a:solidFill>
                  <a:srgbClr val="000000"/>
                </a:solidFill>
                <a:latin typeface="Arial"/>
              </a:rPr>
              <a:t>Scales the required servo torque linearly. It was never recorded.</a:t>
            </a:r>
          </a:p>
        </p:txBody>
      </p:sp>
      <p:sp>
        <p:nvSpPr>
          <p:cNvPr id="12" name="Rectangle 11"/>
          <p:cNvSpPr/>
          <p:nvPr/>
        </p:nvSpPr>
        <p:spPr>
          <a:xfrm>
            <a:off x="6053328" y="1060704"/>
            <a:ext cx="2761488" cy="1408176"/>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199632" y="1179576"/>
            <a:ext cx="2468880" cy="1170432"/>
          </a:xfrm>
          <a:prstGeom prst="rect">
            <a:avLst/>
          </a:prstGeom>
          <a:noFill/>
        </p:spPr>
        <p:txBody>
          <a:bodyPr wrap="square" anchor="t" lIns="0" rIns="0" tIns="0" bIns="0">
            <a:spAutoFit/>
          </a:bodyPr>
          <a:lstStyle/>
          <a:p>
            <a:pPr algn="l" marL="0" indent="0">
              <a:spcBef>
                <a:spcPts val="0"/>
              </a:spcBef>
              <a:spcAft>
                <a:spcPts val="100"/>
              </a:spcAft>
              <a:buNone/>
            </a:pPr>
            <a:r>
              <a:rPr sz="1350" b="1" i="0">
                <a:solidFill>
                  <a:srgbClr val="000000"/>
                </a:solidFill>
                <a:latin typeface="Arial"/>
              </a:rPr>
              <a:t>Yaw inertia</a:t>
            </a:r>
          </a:p>
          <a:p>
            <a:pPr algn="l" marL="0" indent="0">
              <a:spcBef>
                <a:spcPts val="0"/>
              </a:spcBef>
              <a:spcAft>
                <a:spcPts val="500"/>
              </a:spcAft>
              <a:buNone/>
            </a:pPr>
            <a:r>
              <a:rPr sz="1050" b="1" i="1">
                <a:solidFill>
                  <a:srgbClr val="B32A1F"/>
                </a:solidFill>
                <a:latin typeface="Arial"/>
              </a:rPr>
              <a:t>1 hour, bench</a:t>
            </a:r>
          </a:p>
          <a:p>
            <a:pPr algn="l" marL="0" indent="0">
              <a:spcBef>
                <a:spcPts val="0"/>
              </a:spcBef>
              <a:spcAft>
                <a:spcPts val="0"/>
              </a:spcAft>
              <a:buNone/>
            </a:pPr>
            <a:r>
              <a:rPr sz="1050" b="0" i="0">
                <a:solidFill>
                  <a:srgbClr val="000000"/>
                </a:solidFill>
                <a:latin typeface="Arial"/>
              </a:rPr>
              <a:t>The largest single unknown in the model, swept ±50%. Hang the boat on two lines, twist it, time 20 oscillations.</a:t>
            </a:r>
          </a:p>
        </p:txBody>
      </p:sp>
      <p:sp>
        <p:nvSpPr>
          <p:cNvPr id="14" name="Rectangle 13"/>
          <p:cNvSpPr/>
          <p:nvPr/>
        </p:nvSpPr>
        <p:spPr>
          <a:xfrm>
            <a:off x="329184" y="2578608"/>
            <a:ext cx="2761488" cy="1408176"/>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75488" y="2697479"/>
            <a:ext cx="2468880" cy="1170432"/>
          </a:xfrm>
          <a:prstGeom prst="rect">
            <a:avLst/>
          </a:prstGeom>
          <a:noFill/>
        </p:spPr>
        <p:txBody>
          <a:bodyPr wrap="square" anchor="t" lIns="0" rIns="0" tIns="0" bIns="0">
            <a:spAutoFit/>
          </a:bodyPr>
          <a:lstStyle/>
          <a:p>
            <a:pPr algn="l" marL="0" indent="0">
              <a:spcBef>
                <a:spcPts val="0"/>
              </a:spcBef>
              <a:spcAft>
                <a:spcPts val="100"/>
              </a:spcAft>
              <a:buNone/>
            </a:pPr>
            <a:r>
              <a:rPr sz="1350" b="1" i="0">
                <a:solidFill>
                  <a:srgbClr val="FFFFFF"/>
                </a:solidFill>
                <a:latin typeface="Arial"/>
              </a:rPr>
              <a:t>Submerged rudder span</a:t>
            </a:r>
          </a:p>
          <a:p>
            <a:pPr algn="l" marL="0" indent="0">
              <a:spcBef>
                <a:spcPts val="0"/>
              </a:spcBef>
              <a:spcAft>
                <a:spcPts val="500"/>
              </a:spcAft>
              <a:buNone/>
            </a:pPr>
            <a:r>
              <a:rPr sz="1050" b="1" i="1">
                <a:solidFill>
                  <a:srgbClr val="ED7C24"/>
                </a:solidFill>
                <a:latin typeface="Arial"/>
              </a:rPr>
              <a:t>1 run + a photo</a:t>
            </a:r>
          </a:p>
          <a:p>
            <a:pPr algn="l" marL="0" indent="0">
              <a:spcBef>
                <a:spcPts val="0"/>
              </a:spcBef>
              <a:spcAft>
                <a:spcPts val="0"/>
              </a:spcAft>
              <a:buNone/>
            </a:pPr>
            <a:r>
              <a:rPr sz="1050" b="0" i="0">
                <a:solidFill>
                  <a:srgbClr val="FFFFFF"/>
                </a:solidFill>
                <a:latin typeface="Arial"/>
              </a:rPr>
              <a:t>Assumed 3 in. The new blade adds 2 in to whatever this really is — so measure it.</a:t>
            </a:r>
          </a:p>
        </p:txBody>
      </p:sp>
      <p:sp>
        <p:nvSpPr>
          <p:cNvPr id="16" name="Rectangle 15"/>
          <p:cNvSpPr/>
          <p:nvPr/>
        </p:nvSpPr>
        <p:spPr>
          <a:xfrm>
            <a:off x="3191256" y="2578608"/>
            <a:ext cx="2761488" cy="1408176"/>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337560" y="2697479"/>
            <a:ext cx="2468880" cy="1170432"/>
          </a:xfrm>
          <a:prstGeom prst="rect">
            <a:avLst/>
          </a:prstGeom>
          <a:noFill/>
        </p:spPr>
        <p:txBody>
          <a:bodyPr wrap="square" anchor="t" lIns="0" rIns="0" tIns="0" bIns="0">
            <a:spAutoFit/>
          </a:bodyPr>
          <a:lstStyle/>
          <a:p>
            <a:pPr algn="l" marL="0" indent="0">
              <a:spcBef>
                <a:spcPts val="0"/>
              </a:spcBef>
              <a:spcAft>
                <a:spcPts val="100"/>
              </a:spcAft>
              <a:buNone/>
            </a:pPr>
            <a:r>
              <a:rPr sz="1350" b="1" i="0">
                <a:solidFill>
                  <a:srgbClr val="FFFFFF"/>
                </a:solidFill>
                <a:latin typeface="Arial"/>
              </a:rPr>
              <a:t>Prop lateral separation</a:t>
            </a:r>
          </a:p>
          <a:p>
            <a:pPr algn="l" marL="0" indent="0">
              <a:spcBef>
                <a:spcPts val="0"/>
              </a:spcBef>
              <a:spcAft>
                <a:spcPts val="500"/>
              </a:spcAft>
              <a:buNone/>
            </a:pPr>
            <a:r>
              <a:rPr sz="1050" b="1" i="1">
                <a:solidFill>
                  <a:srgbClr val="ED7C24"/>
                </a:solidFill>
                <a:latin typeface="Arial"/>
              </a:rPr>
              <a:t>5 min, tape measure</a:t>
            </a:r>
          </a:p>
          <a:p>
            <a:pPr algn="l" marL="0" indent="0">
              <a:spcBef>
                <a:spcPts val="0"/>
              </a:spcBef>
              <a:spcAft>
                <a:spcPts val="0"/>
              </a:spcAft>
              <a:buNone/>
            </a:pPr>
            <a:r>
              <a:rPr sz="1050" b="0" i="0">
                <a:solidFill>
                  <a:srgbClr val="FFFFFF"/>
                </a:solidFill>
                <a:latin typeface="Arial"/>
              </a:rPr>
              <a:t>Sets differential-thrust authority, the only steering below 10 mph.</a:t>
            </a:r>
          </a:p>
        </p:txBody>
      </p:sp>
      <p:sp>
        <p:nvSpPr>
          <p:cNvPr id="18" name="Rectangle 17"/>
          <p:cNvSpPr/>
          <p:nvPr/>
        </p:nvSpPr>
        <p:spPr>
          <a:xfrm>
            <a:off x="6053328" y="2578608"/>
            <a:ext cx="2761488" cy="1408176"/>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199632" y="2697479"/>
            <a:ext cx="2468880" cy="1170432"/>
          </a:xfrm>
          <a:prstGeom prst="rect">
            <a:avLst/>
          </a:prstGeom>
          <a:noFill/>
        </p:spPr>
        <p:txBody>
          <a:bodyPr wrap="square" anchor="t" lIns="0" rIns="0" tIns="0" bIns="0">
            <a:spAutoFit/>
          </a:bodyPr>
          <a:lstStyle/>
          <a:p>
            <a:pPr algn="l" marL="0" indent="0">
              <a:spcBef>
                <a:spcPts val="0"/>
              </a:spcBef>
              <a:spcAft>
                <a:spcPts val="100"/>
              </a:spcAft>
              <a:buNone/>
            </a:pPr>
            <a:r>
              <a:rPr sz="1350" b="1" i="0">
                <a:solidFill>
                  <a:srgbClr val="FFFFFF"/>
                </a:solidFill>
                <a:latin typeface="Arial"/>
              </a:rPr>
              <a:t>Lateral area above waterline</a:t>
            </a:r>
          </a:p>
          <a:p>
            <a:pPr algn="l" marL="0" indent="0">
              <a:spcBef>
                <a:spcPts val="0"/>
              </a:spcBef>
              <a:spcAft>
                <a:spcPts val="500"/>
              </a:spcAft>
              <a:buNone/>
            </a:pPr>
            <a:r>
              <a:rPr sz="1050" b="1" i="1">
                <a:solidFill>
                  <a:srgbClr val="ED7C24"/>
                </a:solidFill>
                <a:latin typeface="Arial"/>
              </a:rPr>
              <a:t>20 min, CAD</a:t>
            </a:r>
          </a:p>
          <a:p>
            <a:pPr algn="l" marL="0" indent="0">
              <a:spcBef>
                <a:spcPts val="0"/>
              </a:spcBef>
              <a:spcAft>
                <a:spcPts val="0"/>
              </a:spcAft>
              <a:buNone/>
            </a:pPr>
            <a:r>
              <a:rPr sz="1050" b="0" i="0">
                <a:solidFill>
                  <a:srgbClr val="FFFFFF"/>
                </a:solidFill>
                <a:latin typeface="Arial"/>
              </a:rPr>
              <a:t>Drives the crosswind disturbance directly. Currently a guess.</a:t>
            </a:r>
          </a:p>
        </p:txBody>
      </p:sp>
      <p:sp>
        <p:nvSpPr>
          <p:cNvPr id="20" name="TextBox 19"/>
          <p:cNvSpPr txBox="1"/>
          <p:nvPr/>
        </p:nvSpPr>
        <p:spPr>
          <a:xfrm>
            <a:off x="329184" y="4133087"/>
            <a:ext cx="8485632" cy="201168"/>
          </a:xfrm>
          <a:prstGeom prst="rect">
            <a:avLst/>
          </a:prstGeom>
          <a:noFill/>
        </p:spPr>
        <p:txBody>
          <a:bodyPr wrap="square" anchor="t" lIns="0" rIns="0" tIns="0" bIns="0">
            <a:spAutoFit/>
          </a:bodyPr>
          <a:lstStyle/>
          <a:p>
            <a:pPr algn="l" marL="0" indent="0">
              <a:spcBef>
                <a:spcPts val="0"/>
              </a:spcBef>
              <a:spcAft>
                <a:spcPts val="0"/>
              </a:spcAft>
              <a:buNone/>
            </a:pPr>
            <a:r>
              <a:rPr sz="1150" b="0" i="1">
                <a:solidFill>
                  <a:srgbClr val="595959"/>
                </a:solidFill>
                <a:latin typeface="Arial"/>
              </a:rPr>
              <a:t>The full list, ordered by how much the answer changes, is in docs/HANDOFF.md §9.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ripe.jpg"/>
          <p:cNvPicPr>
            <a:picLocks noChangeAspect="1"/>
          </p:cNvPicPr>
          <p:nvPr/>
        </p:nvPicPr>
        <p:blipFill>
          <a:blip r:embed="rId3"/>
          <a:srcRect t="93500"/>
          <a:stretch>
            <a:fillRect/>
          </a:stretch>
        </p:blipFill>
        <p:spPr>
          <a:xfrm>
            <a:off x="0" y="4919472"/>
            <a:ext cx="5148072" cy="228600"/>
          </a:xfrm>
          <a:prstGeom prst="rect">
            <a:avLst/>
          </a:prstGeom>
        </p:spPr>
      </p:pic>
      <p:pic>
        <p:nvPicPr>
          <p:cNvPr id="3" name="Picture 2" descr="stripe.jpg"/>
          <p:cNvPicPr>
            <a:picLocks noChangeAspect="1"/>
          </p:cNvPicPr>
          <p:nvPr/>
        </p:nvPicPr>
        <p:blipFill>
          <a:blip r:embed="rId3"/>
          <a:srcRect t="93500" r="22200"/>
          <a:stretch>
            <a:fillRect/>
          </a:stretch>
        </p:blipFill>
        <p:spPr>
          <a:xfrm>
            <a:off x="5148072" y="4919472"/>
            <a:ext cx="4005072" cy="228600"/>
          </a:xfrm>
          <a:prstGeom prst="rect">
            <a:avLst/>
          </a:prstGeom>
        </p:spPr>
      </p:pic>
      <p:pic>
        <p:nvPicPr>
          <p:cNvPr id="4" name="Picture 3" descr="shield.png"/>
          <p:cNvPicPr>
            <a:picLocks noChangeAspect="1"/>
          </p:cNvPicPr>
          <p:nvPr/>
        </p:nvPicPr>
        <p:blipFill>
          <a:blip r:embed="rId4"/>
          <a:stretch>
            <a:fillRect/>
          </a:stretch>
        </p:blipFill>
        <p:spPr>
          <a:xfrm>
            <a:off x="118872" y="4389120"/>
            <a:ext cx="521207" cy="484632"/>
          </a:xfrm>
          <a:prstGeom prst="rect">
            <a:avLst/>
          </a:prstGeom>
        </p:spPr>
      </p:pic>
      <p:pic>
        <p:nvPicPr>
          <p:cNvPr id="5" name="Picture 4" descr="pes_logo.png"/>
          <p:cNvPicPr>
            <a:picLocks noChangeAspect="1"/>
          </p:cNvPicPr>
          <p:nvPr/>
        </p:nvPicPr>
        <p:blipFill>
          <a:blip r:embed="rId5"/>
          <a:stretch>
            <a:fillRect/>
          </a:stretch>
        </p:blipFill>
        <p:spPr>
          <a:xfrm>
            <a:off x="8394192" y="4389120"/>
            <a:ext cx="630936" cy="484632"/>
          </a:xfrm>
          <a:prstGeom prst="rect">
            <a:avLst/>
          </a:prstGeom>
        </p:spPr>
      </p:pic>
      <p:sp>
        <p:nvSpPr>
          <p:cNvPr id="6" name="TextBox 5"/>
          <p:cNvSpPr txBox="1"/>
          <p:nvPr/>
        </p:nvSpPr>
        <p:spPr>
          <a:xfrm>
            <a:off x="329184" y="201168"/>
            <a:ext cx="8485632" cy="512064"/>
          </a:xfrm>
          <a:prstGeom prst="rect">
            <a:avLst/>
          </a:prstGeom>
          <a:noFill/>
        </p:spPr>
        <p:txBody>
          <a:bodyPr wrap="square" anchor="t" lIns="0" rIns="0" tIns="0" bIns="0">
            <a:spAutoFit/>
          </a:bodyPr>
          <a:lstStyle/>
          <a:p>
            <a:pPr algn="l" marL="0" indent="0">
              <a:spcBef>
                <a:spcPts val="0"/>
              </a:spcBef>
              <a:spcAft>
                <a:spcPts val="0"/>
              </a:spcAft>
              <a:buNone/>
            </a:pPr>
            <a:r>
              <a:rPr sz="3000" b="0" i="0">
                <a:solidFill>
                  <a:srgbClr val="000000"/>
                </a:solidFill>
                <a:latin typeface="Libre Franklin SemiBold"/>
              </a:rPr>
              <a:t>Get Involved</a:t>
            </a:r>
          </a:p>
        </p:txBody>
      </p:sp>
      <p:pic>
        <p:nvPicPr>
          <p:cNvPr id="7" name="Picture 6" descr="team_photo.jpg"/>
          <p:cNvPicPr>
            <a:picLocks noChangeAspect="1"/>
          </p:cNvPicPr>
          <p:nvPr/>
        </p:nvPicPr>
        <p:blipFill>
          <a:blip r:embed="rId6"/>
          <a:srcRect t="10854" b="10854"/>
          <a:stretch>
            <a:fillRect/>
          </a:stretch>
        </p:blipFill>
        <p:spPr>
          <a:xfrm>
            <a:off x="329184" y="868680"/>
            <a:ext cx="4133087" cy="2148840"/>
          </a:xfrm>
          <a:prstGeom prst="rect">
            <a:avLst/>
          </a:prstGeom>
        </p:spPr>
      </p:pic>
      <p:sp>
        <p:nvSpPr>
          <p:cNvPr id="8" name="Rectangle 7"/>
          <p:cNvSpPr/>
          <p:nvPr/>
        </p:nvSpPr>
        <p:spPr>
          <a:xfrm>
            <a:off x="329184" y="3108960"/>
            <a:ext cx="4133087" cy="1207008"/>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93776" y="3240633"/>
            <a:ext cx="3803903" cy="943660"/>
          </a:xfrm>
          <a:prstGeom prst="rect">
            <a:avLst/>
          </a:prstGeom>
          <a:noFill/>
        </p:spPr>
        <p:txBody>
          <a:bodyPr wrap="square" anchor="t" lIns="0" rIns="0" tIns="0" bIns="0">
            <a:spAutoFit/>
          </a:bodyPr>
          <a:lstStyle/>
          <a:p>
            <a:pPr algn="l" marL="0" indent="0">
              <a:spcBef>
                <a:spcPts val="0"/>
              </a:spcBef>
              <a:spcAft>
                <a:spcPts val="600"/>
              </a:spcAft>
              <a:buNone/>
            </a:pPr>
            <a:r>
              <a:rPr sz="1500" b="1" i="0">
                <a:solidFill>
                  <a:srgbClr val="000000"/>
                </a:solidFill>
                <a:latin typeface="Arial"/>
              </a:rPr>
              <a:t>Osprey subteam leads:</a:t>
            </a:r>
          </a:p>
          <a:p>
            <a:pPr algn="l" marL="173736" indent="-173736">
              <a:spcBef>
                <a:spcPts val="0"/>
              </a:spcBef>
              <a:spcAft>
                <a:spcPts val="400"/>
              </a:spcAft>
              <a:buSzPct val="70000"/>
              <a:buFont typeface="Arial"/>
              <a:buChar char="●"/>
            </a:pPr>
            <a:r>
              <a:rPr sz="1200" b="0" i="0">
                <a:solidFill>
                  <a:srgbClr val="000000"/>
                </a:solidFill>
                <a:latin typeface="Arial"/>
              </a:rPr>
              <a:t>Mech / HV — Raymond Wang, Graham Smith</a:t>
            </a:r>
          </a:p>
          <a:p>
            <a:pPr algn="l" marL="173736" indent="-173736">
              <a:spcBef>
                <a:spcPts val="0"/>
              </a:spcBef>
              <a:spcAft>
                <a:spcPts val="400"/>
              </a:spcAft>
              <a:buSzPct val="70000"/>
              <a:buFont typeface="Arial"/>
              <a:buChar char="●"/>
            </a:pPr>
            <a:r>
              <a:rPr sz="1200" b="0" i="0">
                <a:solidFill>
                  <a:srgbClr val="000000"/>
                </a:solidFill>
                <a:latin typeface="Arial"/>
              </a:rPr>
              <a:t>LV — Nigel Hu, Daniel Amolis</a:t>
            </a:r>
          </a:p>
          <a:p>
            <a:pPr algn="l" marL="173736" indent="-173736">
              <a:spcBef>
                <a:spcPts val="0"/>
              </a:spcBef>
              <a:spcAft>
                <a:spcPts val="400"/>
              </a:spcAft>
              <a:buSzPct val="70000"/>
              <a:buFont typeface="Arial"/>
              <a:buChar char="●"/>
            </a:pPr>
            <a:r>
              <a:rPr sz="1200" b="0" i="0">
                <a:solidFill>
                  <a:srgbClr val="000000"/>
                </a:solidFill>
                <a:latin typeface="Arial"/>
              </a:rPr>
              <a:t>Autonomous — Fengyou Liu, Mihika Tiwari</a:t>
            </a:r>
          </a:p>
        </p:txBody>
      </p:sp>
      <p:sp>
        <p:nvSpPr>
          <p:cNvPr id="10" name="Rectangle 9"/>
          <p:cNvSpPr/>
          <p:nvPr/>
        </p:nvSpPr>
        <p:spPr>
          <a:xfrm>
            <a:off x="4681728" y="868680"/>
            <a:ext cx="4133087" cy="2148840"/>
          </a:xfrm>
          <a:prstGeom prst="rect">
            <a:avLst/>
          </a:prstGeom>
          <a:solidFill>
            <a:srgbClr val="F4B0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846320" y="1000353"/>
            <a:ext cx="3803903" cy="1885492"/>
          </a:xfrm>
          <a:prstGeom prst="rect">
            <a:avLst/>
          </a:prstGeom>
          <a:noFill/>
        </p:spPr>
        <p:txBody>
          <a:bodyPr wrap="square" anchor="t" lIns="0" rIns="0" tIns="0" bIns="0">
            <a:spAutoFit/>
          </a:bodyPr>
          <a:lstStyle/>
          <a:p>
            <a:pPr algn="l" marL="0" indent="0">
              <a:spcBef>
                <a:spcPts val="0"/>
              </a:spcBef>
              <a:spcAft>
                <a:spcPts val="600"/>
              </a:spcAft>
              <a:buNone/>
            </a:pPr>
            <a:r>
              <a:rPr sz="1500" b="1" i="0">
                <a:solidFill>
                  <a:srgbClr val="000000"/>
                </a:solidFill>
                <a:latin typeface="Arial"/>
              </a:rPr>
              <a:t>Where to start:</a:t>
            </a:r>
          </a:p>
          <a:p>
            <a:pPr algn="l" marL="173736" indent="-173736">
              <a:spcBef>
                <a:spcPts val="0"/>
              </a:spcBef>
              <a:spcAft>
                <a:spcPts val="500"/>
              </a:spcAft>
              <a:buSzPct val="70000"/>
              <a:buFont typeface="Arial"/>
              <a:buChar char="●"/>
            </a:pPr>
            <a:r>
              <a:rPr sz="1150" b="1">
                <a:solidFill>
                  <a:srgbClr val="000000"/>
                </a:solidFill>
                <a:latin typeface="Arial"/>
              </a:rPr>
              <a:t>Run the tests.</a:t>
            </a:r>
            <a:r>
              <a:rPr sz="1150" b="0">
                <a:solidFill>
                  <a:srgbClr val="000000"/>
                </a:solidFill>
                <a:latin typeface="Arial"/>
              </a:rPr>
              <a:t> 44 sanity checks. If any fail, stop and fix that first</a:t>
            </a:r>
          </a:p>
          <a:p>
            <a:pPr algn="l" marL="173736" indent="-173736">
              <a:spcBef>
                <a:spcPts val="0"/>
              </a:spcBef>
              <a:spcAft>
                <a:spcPts val="500"/>
              </a:spcAft>
              <a:buSzPct val="70000"/>
              <a:buFont typeface="Arial"/>
              <a:buChar char="●"/>
            </a:pPr>
            <a:r>
              <a:rPr sz="1150" b="1">
                <a:solidFill>
                  <a:srgbClr val="000000"/>
                </a:solidFill>
                <a:latin typeface="Arial"/>
              </a:rPr>
              <a:t>Read results/summary.md,</a:t>
            </a:r>
            <a:r>
              <a:rPr sz="1150" b="0">
                <a:solidFill>
                  <a:srgbClr val="000000"/>
                </a:solidFill>
                <a:latin typeface="Arial"/>
              </a:rPr>
              <a:t> then ASSUMPTIONS.md — every number driving a conclusion has an entry</a:t>
            </a:r>
          </a:p>
          <a:p>
            <a:pPr algn="l" marL="173736" indent="-173736">
              <a:spcBef>
                <a:spcPts val="0"/>
              </a:spcBef>
              <a:spcAft>
                <a:spcPts val="500"/>
              </a:spcAft>
              <a:buSzPct val="70000"/>
              <a:buFont typeface="Arial"/>
              <a:buChar char="●"/>
            </a:pPr>
            <a:r>
              <a:rPr sz="1150" b="1">
                <a:solidFill>
                  <a:srgbClr val="000000"/>
                </a:solidFill>
                <a:latin typeface="Arial"/>
              </a:rPr>
              <a:t>Pick up a Tier 1 measurement</a:t>
            </a:r>
            <a:r>
              <a:rPr sz="1150" b="0">
                <a:solidFill>
                  <a:srgbClr val="000000"/>
                </a:solidFill>
                <a:latin typeface="Arial"/>
              </a:rPr>
              <a:t> — twenty minutes with callipers unblocks the servo spec</a:t>
            </a:r>
          </a:p>
          <a:p>
            <a:pPr algn="l" marL="173736" indent="-173736">
              <a:spcBef>
                <a:spcPts val="0"/>
              </a:spcBef>
              <a:spcAft>
                <a:spcPts val="500"/>
              </a:spcAft>
              <a:buSzPct val="70000"/>
              <a:buFont typeface="Arial"/>
              <a:buChar char="●"/>
            </a:pPr>
            <a:r>
              <a:rPr sz="1150" b="1">
                <a:solidFill>
                  <a:srgbClr val="000000"/>
                </a:solidFill>
                <a:latin typeface="Arial"/>
              </a:rPr>
              <a:t>Or stand up SITL.</a:t>
            </a:r>
            <a:r>
              <a:rPr sz="1150" b="0">
                <a:solidFill>
                  <a:srgbClr val="000000"/>
                </a:solidFill>
                <a:latin typeface="Arial"/>
              </a:rPr>
              <a:t> Half a day, no hardware needed</a:t>
            </a:r>
          </a:p>
        </p:txBody>
      </p:sp>
      <p:sp>
        <p:nvSpPr>
          <p:cNvPr id="12" name="Rectangle 11"/>
          <p:cNvSpPr/>
          <p:nvPr/>
        </p:nvSpPr>
        <p:spPr>
          <a:xfrm>
            <a:off x="4681728" y="3108960"/>
            <a:ext cx="4133087" cy="1207008"/>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846320" y="3227832"/>
            <a:ext cx="3803903" cy="969264"/>
          </a:xfrm>
          <a:prstGeom prst="rect">
            <a:avLst/>
          </a:prstGeom>
          <a:noFill/>
        </p:spPr>
        <p:txBody>
          <a:bodyPr wrap="square" anchor="t" lIns="0" rIns="0" tIns="0" bIns="0">
            <a:spAutoFit/>
          </a:bodyPr>
          <a:lstStyle/>
          <a:p>
            <a:pPr algn="l" marL="0" indent="0">
              <a:spcBef>
                <a:spcPts val="0"/>
              </a:spcBef>
              <a:spcAft>
                <a:spcPts val="500"/>
              </a:spcAft>
              <a:buNone/>
            </a:pPr>
            <a:r>
              <a:rPr sz="1250" b="1" i="0">
                <a:solidFill>
                  <a:srgbClr val="FFFFFF"/>
                </a:solidFill>
                <a:latin typeface="Arial"/>
              </a:rPr>
              <a:t>Everything is in the repo:</a:t>
            </a:r>
          </a:p>
          <a:p>
            <a:pPr algn="l" marL="0" indent="0">
              <a:spcBef>
                <a:spcPts val="0"/>
              </a:spcBef>
              <a:spcAft>
                <a:spcPts val="600"/>
              </a:spcAft>
              <a:buNone/>
            </a:pPr>
            <a:r>
              <a:rPr sz="1500" b="1" i="1">
                <a:solidFill>
                  <a:srgbClr val="ED7C24"/>
                </a:solidFill>
                <a:latin typeface="Anton"/>
              </a:rPr>
              <a:t>github.com/GrahamSmith2/Osprey</a:t>
            </a:r>
          </a:p>
          <a:p>
            <a:pPr algn="l" marL="0" indent="0">
              <a:spcBef>
                <a:spcPts val="0"/>
              </a:spcBef>
              <a:spcAft>
                <a:spcPts val="0"/>
              </a:spcAft>
              <a:buNone/>
            </a:pPr>
            <a:r>
              <a:rPr sz="1050" b="0" i="0">
                <a:solidFill>
                  <a:srgbClr val="FFFFFF"/>
                </a:solidFill>
                <a:latin typeface="Arial"/>
              </a:rPr>
              <a:t>README · ASSUMPTIONS.md · docs/HANDOFF.md · docs/WORK_REMAINING.md · results/summary.md</a:t>
            </a:r>
          </a:p>
        </p:txBody>
      </p:sp>
    </p:spTree>
  </p:cSld>
  <p:clrMapOvr>
    <a:masterClrMapping/>
  </p:clrMapOvr>
</p:sld>
</file>

<file path=ppt/theme/theme1.xml><?xml version="1.0" encoding="utf-8"?>
<a:theme xmlns:a="http://schemas.openxmlformats.org/drawingml/2006/main" xmlns:r="http://schemas.openxmlformats.org/officeDocument/2006/relationships" name="Princeton Presentation Theme">
  <a:themeElements>
    <a:clrScheme name="Princeton Presentation Colors">
      <a:dk1>
        <a:srgbClr val="000000"/>
      </a:dk1>
      <a:lt1>
        <a:srgbClr val="FFFFFF"/>
      </a:lt1>
      <a:dk2>
        <a:srgbClr val="5A575B"/>
      </a:dk2>
      <a:lt2>
        <a:srgbClr val="F58025"/>
      </a:lt2>
      <a:accent1>
        <a:srgbClr val="001E68"/>
      </a:accent1>
      <a:accent2>
        <a:srgbClr val="1642B0"/>
      </a:accent2>
      <a:accent3>
        <a:srgbClr val="BCDAE7"/>
      </a:accent3>
      <a:accent4>
        <a:srgbClr val="123791"/>
      </a:accent4>
      <a:accent5>
        <a:srgbClr val="95A9E1"/>
      </a:accent5>
      <a:accent6>
        <a:srgbClr val="305EC3"/>
      </a:accent6>
      <a:hlink>
        <a:srgbClr val="1642B0"/>
      </a:hlink>
      <a:folHlink>
        <a:srgbClr val="95A9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